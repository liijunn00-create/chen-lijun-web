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37"/>
  </p:notesMasterIdLst>
  <p:handoutMasterIdLst>
    <p:handoutMasterId r:id="rId38"/>
  </p:handoutMasterIdLst>
  <p:sldIdLst>
    <p:sldId id="256" r:id="rId4"/>
    <p:sldId id="277" r:id="rId5"/>
    <p:sldId id="259" r:id="rId6"/>
    <p:sldId id="278" r:id="rId7"/>
    <p:sldId id="285" r:id="rId8"/>
    <p:sldId id="280" r:id="rId9"/>
    <p:sldId id="281" r:id="rId10"/>
    <p:sldId id="314" r:id="rId11"/>
    <p:sldId id="315" r:id="rId12"/>
    <p:sldId id="283" r:id="rId13"/>
    <p:sldId id="286" r:id="rId14"/>
    <p:sldId id="287" r:id="rId15"/>
    <p:sldId id="289" r:id="rId16"/>
    <p:sldId id="290" r:id="rId17"/>
    <p:sldId id="292" r:id="rId18"/>
    <p:sldId id="293" r:id="rId19"/>
    <p:sldId id="316" r:id="rId20"/>
    <p:sldId id="317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19" r:id="rId29"/>
    <p:sldId id="320" r:id="rId30"/>
    <p:sldId id="301" r:id="rId31"/>
    <p:sldId id="291" r:id="rId32"/>
    <p:sldId id="302" r:id="rId33"/>
    <p:sldId id="303" r:id="rId34"/>
    <p:sldId id="304" r:id="rId35"/>
    <p:sldId id="313" r:id="rId36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42"/>
    </p:embeddedFont>
    <p:embeddedFont>
      <p:font typeface="Microsoft Himalaya" panose="01010100010101010101" pitchFamily="2" charset="0"/>
      <p:regular r:id="rId43"/>
    </p:embeddedFont>
    <p:embeddedFont>
      <p:font typeface="等线" panose="02010600030101010101" charset="-122"/>
      <p:regular r:id="rId44"/>
    </p:embeddedFont>
    <p:embeddedFont>
      <p:font typeface="等线 Light" panose="02010600030101010101" charset="-122"/>
      <p:regular r:id="rId45"/>
    </p:embeddedFont>
    <p:embeddedFont>
      <p:font typeface="Calibri" panose="020F0502020204030204" charset="0"/>
      <p:regular r:id="rId46"/>
      <p:bold r:id="rId47"/>
      <p:italic r:id="rId48"/>
      <p:boldItalic r:id="rId49"/>
    </p:embeddedFont>
  </p:embeddedFontLst>
  <p:custDataLst>
    <p:tags r:id="rId50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913B"/>
    <a:srgbClr val="DB462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31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-564" y="-90"/>
      </p:cViewPr>
      <p:guideLst>
        <p:guide orient="horz" pos="1620"/>
        <p:guide pos="2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gs" Target="tags/tag1.xml"/><Relationship Id="rId5" Type="http://schemas.openxmlformats.org/officeDocument/2006/relationships/slide" Target="slides/slide2.xml"/><Relationship Id="rId49" Type="http://schemas.openxmlformats.org/officeDocument/2006/relationships/font" Target="fonts/font8.fntdata"/><Relationship Id="rId48" Type="http://schemas.openxmlformats.org/officeDocument/2006/relationships/font" Target="fonts/font7.fntdata"/><Relationship Id="rId47" Type="http://schemas.openxmlformats.org/officeDocument/2006/relationships/font" Target="fonts/font6.fntdata"/><Relationship Id="rId46" Type="http://schemas.openxmlformats.org/officeDocument/2006/relationships/font" Target="fonts/font5.fntdata"/><Relationship Id="rId45" Type="http://schemas.openxmlformats.org/officeDocument/2006/relationships/font" Target="fonts/font4.fntdata"/><Relationship Id="rId44" Type="http://schemas.openxmlformats.org/officeDocument/2006/relationships/font" Target="fonts/font3.fntdata"/><Relationship Id="rId43" Type="http://schemas.openxmlformats.org/officeDocument/2006/relationships/font" Target="fonts/font2.fntdata"/><Relationship Id="rId42" Type="http://schemas.openxmlformats.org/officeDocument/2006/relationships/font" Target="fonts/font1.fntdata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70A05-7612-4E71-B8DF-17D8655089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4AC25-1406-43C9-A1A9-FC0D292EA1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27028-E6C6-4DED-9706-575B6C6374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3034D-8D8D-43F5-8893-E49997C832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F2AF8-13CD-4C15-999F-EFEA7AAC22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EA45A-D410-4511-A772-FB553E130F2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jpeg"/><Relationship Id="rId8" Type="http://schemas.openxmlformats.org/officeDocument/2006/relationships/image" Target="../media/image17.png"/><Relationship Id="rId7" Type="http://schemas.openxmlformats.org/officeDocument/2006/relationships/image" Target="../media/image16.jpe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9.jpe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jpe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jpeg"/><Relationship Id="rId3" Type="http://schemas.openxmlformats.org/officeDocument/2006/relationships/image" Target="../media/image35.jpeg"/><Relationship Id="rId2" Type="http://schemas.openxmlformats.org/officeDocument/2006/relationships/image" Target="../media/image23.png"/><Relationship Id="rId1" Type="http://schemas.openxmlformats.org/officeDocument/2006/relationships/image" Target="../media/image34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8.jpeg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jpeg"/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image" Target="../media/image39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23.png"/><Relationship Id="rId1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7.jpeg"/><Relationship Id="rId2" Type="http://schemas.openxmlformats.org/officeDocument/2006/relationships/image" Target="../media/image23.png"/><Relationship Id="rId1" Type="http://schemas.openxmlformats.org/officeDocument/2006/relationships/image" Target="../media/image46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9.jpeg"/><Relationship Id="rId2" Type="http://schemas.openxmlformats.org/officeDocument/2006/relationships/image" Target="../media/image23.png"/><Relationship Id="rId1" Type="http://schemas.openxmlformats.org/officeDocument/2006/relationships/image" Target="../media/image48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5.jpeg"/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0.jpeg"/><Relationship Id="rId5" Type="http://schemas.openxmlformats.org/officeDocument/2006/relationships/image" Target="../media/image59.png"/><Relationship Id="rId4" Type="http://schemas.openxmlformats.org/officeDocument/2006/relationships/image" Target="../media/image58.jpeg"/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5" b="4093"/>
          <a:stretch>
            <a:fillRect/>
          </a:stretch>
        </p:blipFill>
        <p:spPr>
          <a:xfrm flipH="1">
            <a:off x="902368" y="0"/>
            <a:ext cx="3827807" cy="51435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902369" cy="51435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730175" y="0"/>
            <a:ext cx="4413825" cy="51435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46747" y="0"/>
            <a:ext cx="204537" cy="5143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419726" y="0"/>
            <a:ext cx="336884" cy="5143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856506" y="0"/>
            <a:ext cx="160664" cy="5143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143500" y="0"/>
            <a:ext cx="246647" cy="5143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5" name="图文框 14"/>
          <p:cNvSpPr/>
          <p:nvPr/>
        </p:nvSpPr>
        <p:spPr>
          <a:xfrm>
            <a:off x="5541743" y="1434766"/>
            <a:ext cx="3356019" cy="2406316"/>
          </a:xfrm>
          <a:prstGeom prst="frame">
            <a:avLst>
              <a:gd name="adj1" fmla="val 400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animal-prints_109232"/>
          <p:cNvSpPr>
            <a:spLocks noChangeAspect="1"/>
          </p:cNvSpPr>
          <p:nvPr/>
        </p:nvSpPr>
        <p:spPr bwMode="auto">
          <a:xfrm>
            <a:off x="5645802" y="679785"/>
            <a:ext cx="529649" cy="491765"/>
          </a:xfrm>
          <a:custGeom>
            <a:avLst/>
            <a:gdLst>
              <a:gd name="connsiteX0" fmla="*/ 163687 w 609000"/>
              <a:gd name="connsiteY0" fmla="*/ 377031 h 565441"/>
              <a:gd name="connsiteX1" fmla="*/ 231139 w 609000"/>
              <a:gd name="connsiteY1" fmla="*/ 434433 h 565441"/>
              <a:gd name="connsiteX2" fmla="*/ 272393 w 609000"/>
              <a:gd name="connsiteY2" fmla="*/ 497106 h 565441"/>
              <a:gd name="connsiteX3" fmla="*/ 203963 w 609000"/>
              <a:gd name="connsiteY3" fmla="*/ 565441 h 565441"/>
              <a:gd name="connsiteX4" fmla="*/ 163687 w 609000"/>
              <a:gd name="connsiteY4" fmla="*/ 552360 h 565441"/>
              <a:gd name="connsiteX5" fmla="*/ 123411 w 609000"/>
              <a:gd name="connsiteY5" fmla="*/ 565441 h 565441"/>
              <a:gd name="connsiteX6" fmla="*/ 54981 w 609000"/>
              <a:gd name="connsiteY6" fmla="*/ 497106 h 565441"/>
              <a:gd name="connsiteX7" fmla="*/ 96235 w 609000"/>
              <a:gd name="connsiteY7" fmla="*/ 434433 h 565441"/>
              <a:gd name="connsiteX8" fmla="*/ 163687 w 609000"/>
              <a:gd name="connsiteY8" fmla="*/ 377031 h 565441"/>
              <a:gd name="connsiteX9" fmla="*/ 300589 w 609000"/>
              <a:gd name="connsiteY9" fmla="*/ 329566 h 565441"/>
              <a:gd name="connsiteX10" fmla="*/ 326227 w 609000"/>
              <a:gd name="connsiteY10" fmla="*/ 382103 h 565441"/>
              <a:gd name="connsiteX11" fmla="*/ 282584 w 609000"/>
              <a:gd name="connsiteY11" fmla="*/ 420969 h 565441"/>
              <a:gd name="connsiteX12" fmla="*/ 256946 w 609000"/>
              <a:gd name="connsiteY12" fmla="*/ 368432 h 565441"/>
              <a:gd name="connsiteX13" fmla="*/ 300589 w 609000"/>
              <a:gd name="connsiteY13" fmla="*/ 329566 h 565441"/>
              <a:gd name="connsiteX14" fmla="*/ 26828 w 609000"/>
              <a:gd name="connsiteY14" fmla="*/ 329566 h 565441"/>
              <a:gd name="connsiteX15" fmla="*/ 70431 w 609000"/>
              <a:gd name="connsiteY15" fmla="*/ 368432 h 565441"/>
              <a:gd name="connsiteX16" fmla="*/ 44817 w 609000"/>
              <a:gd name="connsiteY16" fmla="*/ 420969 h 565441"/>
              <a:gd name="connsiteX17" fmla="*/ 1213 w 609000"/>
              <a:gd name="connsiteY17" fmla="*/ 382103 h 565441"/>
              <a:gd name="connsiteX18" fmla="*/ 26828 w 609000"/>
              <a:gd name="connsiteY18" fmla="*/ 329566 h 565441"/>
              <a:gd name="connsiteX19" fmla="*/ 217069 w 609000"/>
              <a:gd name="connsiteY19" fmla="*/ 239570 h 565441"/>
              <a:gd name="connsiteX20" fmla="*/ 261878 w 609000"/>
              <a:gd name="connsiteY20" fmla="*/ 299516 h 565441"/>
              <a:gd name="connsiteX21" fmla="*/ 217069 w 609000"/>
              <a:gd name="connsiteY21" fmla="*/ 359462 h 565441"/>
              <a:gd name="connsiteX22" fmla="*/ 172260 w 609000"/>
              <a:gd name="connsiteY22" fmla="*/ 299516 h 565441"/>
              <a:gd name="connsiteX23" fmla="*/ 217069 w 609000"/>
              <a:gd name="connsiteY23" fmla="*/ 239570 h 565441"/>
              <a:gd name="connsiteX24" fmla="*/ 110304 w 609000"/>
              <a:gd name="connsiteY24" fmla="*/ 239570 h 565441"/>
              <a:gd name="connsiteX25" fmla="*/ 155113 w 609000"/>
              <a:gd name="connsiteY25" fmla="*/ 299516 h 565441"/>
              <a:gd name="connsiteX26" fmla="*/ 110304 w 609000"/>
              <a:gd name="connsiteY26" fmla="*/ 359462 h 565441"/>
              <a:gd name="connsiteX27" fmla="*/ 65495 w 609000"/>
              <a:gd name="connsiteY27" fmla="*/ 299516 h 565441"/>
              <a:gd name="connsiteX28" fmla="*/ 110304 w 609000"/>
              <a:gd name="connsiteY28" fmla="*/ 239570 h 565441"/>
              <a:gd name="connsiteX29" fmla="*/ 445279 w 609000"/>
              <a:gd name="connsiteY29" fmla="*/ 137603 h 565441"/>
              <a:gd name="connsiteX30" fmla="*/ 512753 w 609000"/>
              <a:gd name="connsiteY30" fmla="*/ 195026 h 565441"/>
              <a:gd name="connsiteX31" fmla="*/ 554020 w 609000"/>
              <a:gd name="connsiteY31" fmla="*/ 257527 h 565441"/>
              <a:gd name="connsiteX32" fmla="*/ 485568 w 609000"/>
              <a:gd name="connsiteY32" fmla="*/ 326083 h 565441"/>
              <a:gd name="connsiteX33" fmla="*/ 445279 w 609000"/>
              <a:gd name="connsiteY33" fmla="*/ 312802 h 565441"/>
              <a:gd name="connsiteX34" fmla="*/ 404989 w 609000"/>
              <a:gd name="connsiteY34" fmla="*/ 326083 h 565441"/>
              <a:gd name="connsiteX35" fmla="*/ 336537 w 609000"/>
              <a:gd name="connsiteY35" fmla="*/ 257527 h 565441"/>
              <a:gd name="connsiteX36" fmla="*/ 377804 w 609000"/>
              <a:gd name="connsiteY36" fmla="*/ 195026 h 565441"/>
              <a:gd name="connsiteX37" fmla="*/ 445279 w 609000"/>
              <a:gd name="connsiteY37" fmla="*/ 137603 h 565441"/>
              <a:gd name="connsiteX38" fmla="*/ 582173 w 609000"/>
              <a:gd name="connsiteY38" fmla="*/ 89996 h 565441"/>
              <a:gd name="connsiteX39" fmla="*/ 607787 w 609000"/>
              <a:gd name="connsiteY39" fmla="*/ 142533 h 565441"/>
              <a:gd name="connsiteX40" fmla="*/ 564184 w 609000"/>
              <a:gd name="connsiteY40" fmla="*/ 181594 h 565441"/>
              <a:gd name="connsiteX41" fmla="*/ 538569 w 609000"/>
              <a:gd name="connsiteY41" fmla="*/ 129057 h 565441"/>
              <a:gd name="connsiteX42" fmla="*/ 582173 w 609000"/>
              <a:gd name="connsiteY42" fmla="*/ 89996 h 565441"/>
              <a:gd name="connsiteX43" fmla="*/ 308384 w 609000"/>
              <a:gd name="connsiteY43" fmla="*/ 89996 h 565441"/>
              <a:gd name="connsiteX44" fmla="*/ 351987 w 609000"/>
              <a:gd name="connsiteY44" fmla="*/ 129057 h 565441"/>
              <a:gd name="connsiteX45" fmla="*/ 326372 w 609000"/>
              <a:gd name="connsiteY45" fmla="*/ 181594 h 565441"/>
              <a:gd name="connsiteX46" fmla="*/ 282769 w 609000"/>
              <a:gd name="connsiteY46" fmla="*/ 142533 h 565441"/>
              <a:gd name="connsiteX47" fmla="*/ 308384 w 609000"/>
              <a:gd name="connsiteY47" fmla="*/ 89996 h 565441"/>
              <a:gd name="connsiteX48" fmla="*/ 498661 w 609000"/>
              <a:gd name="connsiteY48" fmla="*/ 0 h 565441"/>
              <a:gd name="connsiteX49" fmla="*/ 543435 w 609000"/>
              <a:gd name="connsiteY49" fmla="*/ 59946 h 565441"/>
              <a:gd name="connsiteX50" fmla="*/ 498661 w 609000"/>
              <a:gd name="connsiteY50" fmla="*/ 119892 h 565441"/>
              <a:gd name="connsiteX51" fmla="*/ 453887 w 609000"/>
              <a:gd name="connsiteY51" fmla="*/ 59946 h 565441"/>
              <a:gd name="connsiteX52" fmla="*/ 498661 w 609000"/>
              <a:gd name="connsiteY52" fmla="*/ 0 h 565441"/>
              <a:gd name="connsiteX53" fmla="*/ 391896 w 609000"/>
              <a:gd name="connsiteY53" fmla="*/ 0 h 565441"/>
              <a:gd name="connsiteX54" fmla="*/ 436670 w 609000"/>
              <a:gd name="connsiteY54" fmla="*/ 59946 h 565441"/>
              <a:gd name="connsiteX55" fmla="*/ 391896 w 609000"/>
              <a:gd name="connsiteY55" fmla="*/ 119892 h 565441"/>
              <a:gd name="connsiteX56" fmla="*/ 347122 w 609000"/>
              <a:gd name="connsiteY56" fmla="*/ 59946 h 565441"/>
              <a:gd name="connsiteX57" fmla="*/ 391896 w 609000"/>
              <a:gd name="connsiteY57" fmla="*/ 0 h 565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09000" h="565441">
                <a:moveTo>
                  <a:pt x="163687" y="377031"/>
                </a:moveTo>
                <a:cubicBezTo>
                  <a:pt x="197707" y="377031"/>
                  <a:pt x="226056" y="402022"/>
                  <a:pt x="231139" y="434433"/>
                </a:cubicBezTo>
                <a:cubicBezTo>
                  <a:pt x="255383" y="444976"/>
                  <a:pt x="272393" y="469186"/>
                  <a:pt x="272393" y="497106"/>
                </a:cubicBezTo>
                <a:cubicBezTo>
                  <a:pt x="272393" y="534788"/>
                  <a:pt x="241697" y="565441"/>
                  <a:pt x="203963" y="565441"/>
                </a:cubicBezTo>
                <a:cubicBezTo>
                  <a:pt x="188908" y="565441"/>
                  <a:pt x="175027" y="560560"/>
                  <a:pt x="163687" y="552360"/>
                </a:cubicBezTo>
                <a:cubicBezTo>
                  <a:pt x="152347" y="560560"/>
                  <a:pt x="138466" y="565441"/>
                  <a:pt x="123411" y="565441"/>
                </a:cubicBezTo>
                <a:cubicBezTo>
                  <a:pt x="85677" y="565441"/>
                  <a:pt x="54981" y="534788"/>
                  <a:pt x="54981" y="497106"/>
                </a:cubicBezTo>
                <a:cubicBezTo>
                  <a:pt x="54981" y="469186"/>
                  <a:pt x="71991" y="444976"/>
                  <a:pt x="96235" y="434433"/>
                </a:cubicBezTo>
                <a:cubicBezTo>
                  <a:pt x="101318" y="402022"/>
                  <a:pt x="129668" y="377031"/>
                  <a:pt x="163687" y="377031"/>
                </a:cubicBezTo>
                <a:close/>
                <a:moveTo>
                  <a:pt x="300589" y="329566"/>
                </a:moveTo>
                <a:cubicBezTo>
                  <a:pt x="319964" y="333277"/>
                  <a:pt x="331315" y="356323"/>
                  <a:pt x="326227" y="382103"/>
                </a:cubicBezTo>
                <a:cubicBezTo>
                  <a:pt x="321138" y="407688"/>
                  <a:pt x="301959" y="424875"/>
                  <a:pt x="282584" y="420969"/>
                </a:cubicBezTo>
                <a:cubicBezTo>
                  <a:pt x="263209" y="417258"/>
                  <a:pt x="251858" y="394212"/>
                  <a:pt x="256946" y="368432"/>
                </a:cubicBezTo>
                <a:cubicBezTo>
                  <a:pt x="262035" y="342847"/>
                  <a:pt x="281214" y="325660"/>
                  <a:pt x="300589" y="329566"/>
                </a:cubicBezTo>
                <a:close/>
                <a:moveTo>
                  <a:pt x="26828" y="329566"/>
                </a:moveTo>
                <a:cubicBezTo>
                  <a:pt x="46185" y="325660"/>
                  <a:pt x="65347" y="342847"/>
                  <a:pt x="70431" y="368432"/>
                </a:cubicBezTo>
                <a:cubicBezTo>
                  <a:pt x="75515" y="394212"/>
                  <a:pt x="64370" y="417258"/>
                  <a:pt x="44817" y="420969"/>
                </a:cubicBezTo>
                <a:cubicBezTo>
                  <a:pt x="25459" y="424875"/>
                  <a:pt x="6297" y="407688"/>
                  <a:pt x="1213" y="382103"/>
                </a:cubicBezTo>
                <a:cubicBezTo>
                  <a:pt x="-3871" y="356323"/>
                  <a:pt x="7470" y="333277"/>
                  <a:pt x="26828" y="329566"/>
                </a:cubicBezTo>
                <a:close/>
                <a:moveTo>
                  <a:pt x="217069" y="239570"/>
                </a:moveTo>
                <a:cubicBezTo>
                  <a:pt x="241816" y="239570"/>
                  <a:pt x="261878" y="266409"/>
                  <a:pt x="261878" y="299516"/>
                </a:cubicBezTo>
                <a:cubicBezTo>
                  <a:pt x="261878" y="332623"/>
                  <a:pt x="241816" y="359462"/>
                  <a:pt x="217069" y="359462"/>
                </a:cubicBezTo>
                <a:cubicBezTo>
                  <a:pt x="192322" y="359462"/>
                  <a:pt x="172260" y="332623"/>
                  <a:pt x="172260" y="299516"/>
                </a:cubicBezTo>
                <a:cubicBezTo>
                  <a:pt x="172260" y="266409"/>
                  <a:pt x="192322" y="239570"/>
                  <a:pt x="217069" y="239570"/>
                </a:cubicBezTo>
                <a:close/>
                <a:moveTo>
                  <a:pt x="110304" y="239570"/>
                </a:moveTo>
                <a:cubicBezTo>
                  <a:pt x="135051" y="239570"/>
                  <a:pt x="155113" y="266409"/>
                  <a:pt x="155113" y="299516"/>
                </a:cubicBezTo>
                <a:cubicBezTo>
                  <a:pt x="155113" y="332623"/>
                  <a:pt x="135051" y="359462"/>
                  <a:pt x="110304" y="359462"/>
                </a:cubicBezTo>
                <a:cubicBezTo>
                  <a:pt x="85557" y="359462"/>
                  <a:pt x="65495" y="332623"/>
                  <a:pt x="65495" y="299516"/>
                </a:cubicBezTo>
                <a:cubicBezTo>
                  <a:pt x="65495" y="266409"/>
                  <a:pt x="85557" y="239570"/>
                  <a:pt x="110304" y="239570"/>
                </a:cubicBezTo>
                <a:close/>
                <a:moveTo>
                  <a:pt x="445279" y="137603"/>
                </a:moveTo>
                <a:cubicBezTo>
                  <a:pt x="479309" y="137603"/>
                  <a:pt x="507668" y="162408"/>
                  <a:pt x="512753" y="195026"/>
                </a:cubicBezTo>
                <a:cubicBezTo>
                  <a:pt x="537005" y="205573"/>
                  <a:pt x="554020" y="229597"/>
                  <a:pt x="554020" y="257527"/>
                </a:cubicBezTo>
                <a:cubicBezTo>
                  <a:pt x="554020" y="295223"/>
                  <a:pt x="523314" y="326083"/>
                  <a:pt x="485568" y="326083"/>
                </a:cubicBezTo>
                <a:cubicBezTo>
                  <a:pt x="470508" y="326083"/>
                  <a:pt x="456622" y="321005"/>
                  <a:pt x="445279" y="312802"/>
                </a:cubicBezTo>
                <a:cubicBezTo>
                  <a:pt x="433935" y="321005"/>
                  <a:pt x="420049" y="326083"/>
                  <a:pt x="404989" y="326083"/>
                </a:cubicBezTo>
                <a:cubicBezTo>
                  <a:pt x="367243" y="326083"/>
                  <a:pt x="336537" y="295223"/>
                  <a:pt x="336537" y="257527"/>
                </a:cubicBezTo>
                <a:cubicBezTo>
                  <a:pt x="336537" y="229597"/>
                  <a:pt x="353552" y="205573"/>
                  <a:pt x="377804" y="195026"/>
                </a:cubicBezTo>
                <a:cubicBezTo>
                  <a:pt x="382889" y="162408"/>
                  <a:pt x="411248" y="137603"/>
                  <a:pt x="445279" y="137603"/>
                </a:cubicBezTo>
                <a:close/>
                <a:moveTo>
                  <a:pt x="582173" y="89996"/>
                </a:moveTo>
                <a:cubicBezTo>
                  <a:pt x="601530" y="93902"/>
                  <a:pt x="612871" y="116948"/>
                  <a:pt x="607787" y="142533"/>
                </a:cubicBezTo>
                <a:cubicBezTo>
                  <a:pt x="602703" y="168314"/>
                  <a:pt x="583541" y="185305"/>
                  <a:pt x="564184" y="181594"/>
                </a:cubicBezTo>
                <a:cubicBezTo>
                  <a:pt x="544826" y="177688"/>
                  <a:pt x="533485" y="154642"/>
                  <a:pt x="538569" y="129057"/>
                </a:cubicBezTo>
                <a:cubicBezTo>
                  <a:pt x="543653" y="103277"/>
                  <a:pt x="562815" y="86090"/>
                  <a:pt x="582173" y="89996"/>
                </a:cubicBezTo>
                <a:close/>
                <a:moveTo>
                  <a:pt x="308384" y="89996"/>
                </a:moveTo>
                <a:cubicBezTo>
                  <a:pt x="327741" y="86090"/>
                  <a:pt x="346903" y="103277"/>
                  <a:pt x="351987" y="129057"/>
                </a:cubicBezTo>
                <a:cubicBezTo>
                  <a:pt x="357071" y="154642"/>
                  <a:pt x="345926" y="177688"/>
                  <a:pt x="326372" y="181594"/>
                </a:cubicBezTo>
                <a:cubicBezTo>
                  <a:pt x="307015" y="185305"/>
                  <a:pt x="287853" y="168314"/>
                  <a:pt x="282769" y="142533"/>
                </a:cubicBezTo>
                <a:cubicBezTo>
                  <a:pt x="277685" y="116948"/>
                  <a:pt x="289026" y="93902"/>
                  <a:pt x="308384" y="89996"/>
                </a:cubicBezTo>
                <a:close/>
                <a:moveTo>
                  <a:pt x="498661" y="0"/>
                </a:moveTo>
                <a:cubicBezTo>
                  <a:pt x="523389" y="0"/>
                  <a:pt x="543435" y="26839"/>
                  <a:pt x="543435" y="59946"/>
                </a:cubicBezTo>
                <a:cubicBezTo>
                  <a:pt x="543435" y="93053"/>
                  <a:pt x="523389" y="119892"/>
                  <a:pt x="498661" y="119892"/>
                </a:cubicBezTo>
                <a:cubicBezTo>
                  <a:pt x="473933" y="119892"/>
                  <a:pt x="453887" y="93053"/>
                  <a:pt x="453887" y="59946"/>
                </a:cubicBezTo>
                <a:cubicBezTo>
                  <a:pt x="453887" y="26839"/>
                  <a:pt x="473933" y="0"/>
                  <a:pt x="498661" y="0"/>
                </a:cubicBezTo>
                <a:close/>
                <a:moveTo>
                  <a:pt x="391896" y="0"/>
                </a:moveTo>
                <a:cubicBezTo>
                  <a:pt x="416624" y="0"/>
                  <a:pt x="436670" y="26839"/>
                  <a:pt x="436670" y="59946"/>
                </a:cubicBezTo>
                <a:cubicBezTo>
                  <a:pt x="436670" y="93053"/>
                  <a:pt x="416624" y="119892"/>
                  <a:pt x="391896" y="119892"/>
                </a:cubicBezTo>
                <a:cubicBezTo>
                  <a:pt x="367168" y="119892"/>
                  <a:pt x="347122" y="93053"/>
                  <a:pt x="347122" y="59946"/>
                </a:cubicBezTo>
                <a:cubicBezTo>
                  <a:pt x="347122" y="26839"/>
                  <a:pt x="367168" y="0"/>
                  <a:pt x="39189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" name="矩形 16"/>
          <p:cNvSpPr/>
          <p:nvPr/>
        </p:nvSpPr>
        <p:spPr>
          <a:xfrm>
            <a:off x="5656500" y="1794712"/>
            <a:ext cx="3241261" cy="3308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1700" b="1" spc="1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Meng</a:t>
            </a:r>
            <a:r>
              <a:rPr lang="en-US" altLang="zh-CN" sz="17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amusement park</a:t>
            </a:r>
            <a:endParaRPr lang="zh-CN" altLang="en-US" sz="17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640705" y="2146300"/>
            <a:ext cx="3257550" cy="142748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ts val="5300"/>
              </a:lnSpc>
            </a:pPr>
            <a:r>
              <a:rPr lang="zh-CN" altLang="en-US" sz="3600" b="1" spc="3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萌宠乐园</a:t>
            </a:r>
            <a:endParaRPr lang="en-US" altLang="zh-CN" sz="3600" b="1" spc="3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5300"/>
              </a:lnSpc>
            </a:pPr>
            <a:r>
              <a:rPr lang="zh-CN" altLang="en-US" sz="3600" b="1" spc="3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项目概念规划</a:t>
            </a:r>
            <a:endParaRPr lang="zh-CN" altLang="en-US" sz="36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928810" y="4051634"/>
            <a:ext cx="109814" cy="10981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8157410" y="4051634"/>
            <a:ext cx="109814" cy="10981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386009" y="4051634"/>
            <a:ext cx="109814" cy="10981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3540" y="1964151"/>
            <a:ext cx="398145" cy="19982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萌宠乐园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29876" y="4371975"/>
            <a:ext cx="2267903" cy="20701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zh-CN" altLang="en-US" sz="900" spc="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创意策划：</a:t>
            </a:r>
            <a:r>
              <a:rPr lang="zh-CN" altLang="en-US" sz="900" spc="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陈丽君</a:t>
            </a:r>
            <a:endParaRPr lang="zh-CN" altLang="en-US" sz="900" spc="20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50035" y="1379594"/>
            <a:ext cx="542196" cy="50205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/>
              <a:t>LOG</a:t>
            </a:r>
            <a:r>
              <a:rPr lang="en-US" altLang="zh-CN" sz="1100" dirty="0" smtClean="0"/>
              <a:t>O</a:t>
            </a:r>
            <a:endParaRPr lang="zh-CN" alt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/>
      <p:bldP spid="18" grpId="0"/>
      <p:bldP spid="20" grpId="0" animBg="1"/>
      <p:bldP spid="21" grpId="0" animBg="1"/>
      <p:bldP spid="22" grpId="0" animBg="1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 flipH="1">
            <a:off x="-625642" y="2446379"/>
            <a:ext cx="1721268" cy="2736224"/>
          </a:xfrm>
          <a:prstGeom prst="parallelogram">
            <a:avLst>
              <a:gd name="adj" fmla="val 3754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b="1" dirty="0">
              <a:solidFill>
                <a:prstClr val="white"/>
              </a:solidFill>
            </a:endParaRPr>
          </a:p>
        </p:txBody>
      </p:sp>
      <p:sp>
        <p:nvSpPr>
          <p:cNvPr id="4" name="平行四边形 3"/>
          <p:cNvSpPr/>
          <p:nvPr/>
        </p:nvSpPr>
        <p:spPr>
          <a:xfrm flipH="1">
            <a:off x="8007016" y="-289845"/>
            <a:ext cx="1721268" cy="2736224"/>
          </a:xfrm>
          <a:prstGeom prst="parallelogram">
            <a:avLst>
              <a:gd name="adj" fmla="val 3754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b="1" dirty="0">
              <a:solidFill>
                <a:prstClr val="white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22483" y="436836"/>
            <a:ext cx="4299035" cy="5309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3000" b="1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CONTENTS</a:t>
            </a:r>
            <a:endParaRPr lang="zh-CN" altLang="en-US" sz="3000" b="1" dirty="0">
              <a:solidFill>
                <a:prstClr val="black">
                  <a:lumMod val="75000"/>
                  <a:lumOff val="25000"/>
                </a:prstClr>
              </a:solidFill>
              <a:latin typeface="思源黑体" panose="020B0400000000000000" pitchFamily="34" charset="-122"/>
              <a:ea typeface="思源黑体" panose="020B0400000000000000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306543" y="1359568"/>
            <a:ext cx="530915" cy="53091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01</a:t>
            </a:r>
            <a:endParaRPr lang="zh-CN" altLang="en-US" b="1" dirty="0">
              <a:solidFill>
                <a:prstClr val="white"/>
              </a:solidFill>
              <a:latin typeface="思源黑体" panose="020B0400000000000000" pitchFamily="34" charset="-122"/>
              <a:ea typeface="思源黑体" panose="020B0400000000000000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565603" y="1890483"/>
            <a:ext cx="0" cy="220025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918476" y="1336484"/>
            <a:ext cx="1210475" cy="3154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/>
            <a:r>
              <a:rPr lang="zh-CN" altLang="en-US" sz="16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18475" y="1478853"/>
            <a:ext cx="1642885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>
              <a:lnSpc>
                <a:spcPct val="20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Project background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Microsoft Himalaya" panose="01010100010101010101" pitchFamily="2" charset="0"/>
              <a:ea typeface="微软雅黑" panose="020B0503020204020204" pitchFamily="34" charset="-122"/>
              <a:cs typeface="Microsoft Himalaya" panose="01010100010101010101" pitchFamily="2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306543" y="2496268"/>
            <a:ext cx="530915" cy="53091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02</a:t>
            </a:r>
            <a:endParaRPr lang="zh-CN" altLang="en-US" b="1" dirty="0">
              <a:solidFill>
                <a:prstClr val="white"/>
              </a:solidFill>
              <a:latin typeface="思源黑体" panose="020B0400000000000000" pitchFamily="34" charset="-122"/>
              <a:ea typeface="思源黑体" panose="020B04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56238" y="2473050"/>
            <a:ext cx="1156494" cy="3154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/>
            <a:r>
              <a:rPr lang="zh-CN" altLang="en-US" sz="16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87196" y="2623657"/>
            <a:ext cx="1617299" cy="3924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>
              <a:lnSpc>
                <a:spcPct val="200000"/>
              </a:lnSpc>
            </a:pPr>
            <a:r>
              <a:rPr lang="en-US" altLang="zh-CN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content </a:t>
            </a:r>
            <a:r>
              <a:rPr lang="en-US" altLang="zh-CN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maketing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306543" y="3624730"/>
            <a:ext cx="530915" cy="53091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03</a:t>
            </a:r>
            <a:endParaRPr lang="zh-CN" altLang="en-US" b="1" dirty="0">
              <a:solidFill>
                <a:prstClr val="white"/>
              </a:solidFill>
              <a:latin typeface="思源黑体" panose="020B0400000000000000" pitchFamily="34" charset="-122"/>
              <a:ea typeface="思源黑体" panose="020B04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31270" y="3600086"/>
            <a:ext cx="1197681" cy="3154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/>
            <a:r>
              <a:rPr lang="zh-CN" altLang="en-US" sz="16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活动策划</a:t>
            </a:r>
            <a:endParaRPr lang="zh-CN" alt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39509" y="3750693"/>
            <a:ext cx="1630090" cy="3924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>
              <a:lnSpc>
                <a:spcPct val="20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Activity promotion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21" name="平行四边形 20"/>
          <p:cNvSpPr/>
          <p:nvPr/>
        </p:nvSpPr>
        <p:spPr>
          <a:xfrm flipH="1">
            <a:off x="1227982" y="-289844"/>
            <a:ext cx="336212" cy="984534"/>
          </a:xfrm>
          <a:prstGeom prst="parallelogram">
            <a:avLst>
              <a:gd name="adj" fmla="val 6831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2" name="平行四边形 21"/>
          <p:cNvSpPr/>
          <p:nvPr/>
        </p:nvSpPr>
        <p:spPr>
          <a:xfrm flipH="1">
            <a:off x="796902" y="-361831"/>
            <a:ext cx="329940" cy="761747"/>
          </a:xfrm>
          <a:prstGeom prst="parallelogram">
            <a:avLst>
              <a:gd name="adj" fmla="val 59796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平行四边形 22"/>
          <p:cNvSpPr/>
          <p:nvPr/>
        </p:nvSpPr>
        <p:spPr>
          <a:xfrm flipH="1">
            <a:off x="7042908" y="4257027"/>
            <a:ext cx="391026" cy="1145047"/>
          </a:xfrm>
          <a:prstGeom prst="parallelogram">
            <a:avLst>
              <a:gd name="adj" fmla="val 6831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平行四边形 23"/>
          <p:cNvSpPr/>
          <p:nvPr/>
        </p:nvSpPr>
        <p:spPr>
          <a:xfrm flipH="1">
            <a:off x="7746790" y="4420582"/>
            <a:ext cx="520451" cy="1524041"/>
          </a:xfrm>
          <a:prstGeom prst="parallelogram">
            <a:avLst>
              <a:gd name="adj" fmla="val 6831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0"/>
                            </p:stCondLst>
                            <p:childTnLst>
                              <p:par>
                                <p:cTn id="6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0"/>
                            </p:stCondLst>
                            <p:childTnLst>
                              <p:par>
                                <p:cTn id="7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500"/>
                            </p:stCondLst>
                            <p:childTnLst>
                              <p:par>
                                <p:cTn id="8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500"/>
                            </p:stCondLst>
                            <p:childTnLst>
                              <p:par>
                                <p:cTn id="8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500"/>
                            </p:stCondLst>
                            <p:childTnLst>
                              <p:par>
                                <p:cTn id="9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1816" y="1431758"/>
            <a:ext cx="7760369" cy="276726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586124" y="3031161"/>
            <a:ext cx="1511557" cy="1511557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" name="quotation-mark_32371"/>
          <p:cNvSpPr>
            <a:spLocks noChangeAspect="1"/>
          </p:cNvSpPr>
          <p:nvPr/>
        </p:nvSpPr>
        <p:spPr bwMode="auto">
          <a:xfrm>
            <a:off x="577485" y="520083"/>
            <a:ext cx="457264" cy="424397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5" name="right-quote-sign_36811"/>
          <p:cNvSpPr>
            <a:spLocks noChangeAspect="1"/>
          </p:cNvSpPr>
          <p:nvPr/>
        </p:nvSpPr>
        <p:spPr bwMode="auto">
          <a:xfrm>
            <a:off x="7730728" y="3685800"/>
            <a:ext cx="457264" cy="443492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6" name="矩形 5"/>
          <p:cNvSpPr/>
          <p:nvPr/>
        </p:nvSpPr>
        <p:spPr>
          <a:xfrm>
            <a:off x="1034748" y="944479"/>
            <a:ext cx="2823378" cy="3000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1500" b="1" spc="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Meng</a:t>
            </a:r>
            <a:r>
              <a:rPr lang="en-US" altLang="zh-CN" sz="15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 amusement park</a:t>
            </a:r>
            <a:endParaRPr lang="en-US" altLang="zh-CN" sz="1500" b="1" spc="100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1184640" y="1731840"/>
            <a:ext cx="2138613" cy="2138613"/>
          </a:xfrm>
          <a:prstGeom prst="ellipse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806148" y="1713330"/>
            <a:ext cx="858421" cy="858421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307465" y="1858170"/>
            <a:ext cx="1727181" cy="34624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PART  01.</a:t>
            </a:r>
            <a:endParaRPr lang="zh-CN" altLang="en-US" sz="1800" b="1" dirty="0">
              <a:solidFill>
                <a:schemeClr val="bg1"/>
              </a:solidFill>
              <a:latin typeface="思源黑体" panose="020B0400000000000000" pitchFamily="34" charset="-122"/>
              <a:ea typeface="思源黑体" panose="020B04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07465" y="2482755"/>
            <a:ext cx="3015756" cy="74635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5414209" y="1907214"/>
            <a:ext cx="216569" cy="4481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5594683" y="1807231"/>
            <a:ext cx="216569" cy="4481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0"/>
          <p:cNvSpPr txBox="1"/>
          <p:nvPr/>
        </p:nvSpPr>
        <p:spPr>
          <a:xfrm>
            <a:off x="4315486" y="3031161"/>
            <a:ext cx="3015756" cy="44627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>
              <a:lnSpc>
                <a:spcPct val="200000"/>
              </a:lnSpc>
            </a:pPr>
            <a:r>
              <a:rPr lang="en-US" altLang="zh-CN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Project background</a:t>
            </a:r>
            <a:endParaRPr lang="zh-CN" altLang="en-US" dirty="0">
              <a:solidFill>
                <a:schemeClr val="bg1"/>
              </a:solidFill>
              <a:latin typeface="Microsoft Himalaya" panose="01010100010101010101" pitchFamily="2" charset="0"/>
              <a:ea typeface="微软雅黑" panose="020B0503020204020204" pitchFamily="34" charset="-122"/>
              <a:cs typeface="Microsoft Himalaya" panose="01010100010101010101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000"/>
                            </p:stCondLst>
                            <p:childTnLst>
                              <p:par>
                                <p:cTn id="6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000"/>
                            </p:stCondLst>
                            <p:childTnLst>
                              <p:par>
                                <p:cTn id="7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6" grpId="0"/>
      <p:bldP spid="10" grpId="0" animBg="1"/>
      <p:bldP spid="11" grpId="0"/>
      <p:bldP spid="12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3" name="矩形 2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5" name="矩形 4"/>
          <p:cNvSpPr/>
          <p:nvPr/>
        </p:nvSpPr>
        <p:spPr>
          <a:xfrm>
            <a:off x="6437333" y="0"/>
            <a:ext cx="782053" cy="51435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94" y="1012500"/>
            <a:ext cx="2841278" cy="429579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13181" y="1641606"/>
            <a:ext cx="2022867" cy="39241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100" b="1" spc="300" dirty="0" smtClean="0">
                <a:solidFill>
                  <a:srgbClr val="70AD47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  <a:endParaRPr lang="zh-CN" altLang="en-US" sz="2100" b="1" spc="300" dirty="0">
              <a:solidFill>
                <a:srgbClr val="70AD47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911963" y="2414440"/>
            <a:ext cx="0" cy="74595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034403" y="2249906"/>
            <a:ext cx="3537598" cy="102335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0" spc="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当宠物成为这个复杂社会的精神寄托时，</a:t>
            </a:r>
            <a:endParaRPr lang="en-US" altLang="zh-CN" sz="1000" spc="100" dirty="0" smtClean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000" spc="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当宠物成为年轻人生活中不可分割的一部分时，</a:t>
            </a:r>
            <a:endParaRPr lang="en-US" altLang="zh-CN" sz="1000" spc="100" dirty="0" smtClean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100" b="1" spc="100" dirty="0" smtClean="0">
                <a:solidFill>
                  <a:srgbClr val="70AD47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吸猫逗狗</a:t>
            </a:r>
            <a:r>
              <a:rPr lang="zh-CN" altLang="en-US" sz="1000" spc="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已然成为人们的一种生活方式。</a:t>
            </a:r>
            <a:endParaRPr lang="zh-CN" altLang="en-US" sz="1000" spc="1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911963" y="3544571"/>
            <a:ext cx="0" cy="74595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34402" y="3388058"/>
            <a:ext cx="4187303" cy="105413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0" spc="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如今，饲养宠物的热潮正在我国的都市里悄悄兴起，随着宠物队伍的日益壮大，宠物消费已成为社会消费链上的又一分支，并在不断膨胀新兴的</a:t>
            </a:r>
            <a:r>
              <a:rPr lang="zh-CN" altLang="en-US" sz="1200" b="1" spc="100" dirty="0">
                <a:solidFill>
                  <a:srgbClr val="70AD47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宠物产业</a:t>
            </a:r>
            <a:r>
              <a:rPr lang="zh-CN" altLang="en-US" sz="1000" spc="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200" b="1" spc="100" dirty="0">
                <a:solidFill>
                  <a:srgbClr val="70AD47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宠物市场</a:t>
            </a:r>
            <a:r>
              <a:rPr lang="zh-CN" altLang="en-US" sz="1000" spc="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正在慢慢地扩大</a:t>
            </a:r>
            <a:r>
              <a:rPr lang="zh-CN" altLang="en-US" sz="1000" spc="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展开。</a:t>
            </a:r>
            <a:endParaRPr lang="zh-CN" altLang="en-US" sz="1000" spc="1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10" grpId="0"/>
      <p:bldP spid="13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5" name="矩形 4"/>
          <p:cNvSpPr/>
          <p:nvPr/>
        </p:nvSpPr>
        <p:spPr>
          <a:xfrm>
            <a:off x="770053" y="1299411"/>
            <a:ext cx="601547" cy="31582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23" r="9240"/>
          <a:stretch>
            <a:fillRect/>
          </a:stretch>
        </p:blipFill>
        <p:spPr>
          <a:xfrm>
            <a:off x="1070826" y="1509211"/>
            <a:ext cx="3164707" cy="2738689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3970422" y="2528136"/>
            <a:ext cx="700840" cy="700840"/>
            <a:chOff x="5293895" y="3370847"/>
            <a:chExt cx="934453" cy="934453"/>
          </a:xfrm>
        </p:grpSpPr>
        <p:sp>
          <p:nvSpPr>
            <p:cNvPr id="8" name="椭圆 7"/>
            <p:cNvSpPr/>
            <p:nvPr/>
          </p:nvSpPr>
          <p:spPr>
            <a:xfrm>
              <a:off x="5293895" y="3370847"/>
              <a:ext cx="934453" cy="93445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animal-prints_109232"/>
            <p:cNvSpPr>
              <a:spLocks noChangeAspect="1"/>
            </p:cNvSpPr>
            <p:nvPr/>
          </p:nvSpPr>
          <p:spPr bwMode="auto">
            <a:xfrm>
              <a:off x="5542526" y="3635113"/>
              <a:ext cx="437190" cy="405920"/>
            </a:xfrm>
            <a:custGeom>
              <a:avLst/>
              <a:gdLst>
                <a:gd name="connsiteX0" fmla="*/ 163687 w 609000"/>
                <a:gd name="connsiteY0" fmla="*/ 377031 h 565441"/>
                <a:gd name="connsiteX1" fmla="*/ 231139 w 609000"/>
                <a:gd name="connsiteY1" fmla="*/ 434433 h 565441"/>
                <a:gd name="connsiteX2" fmla="*/ 272393 w 609000"/>
                <a:gd name="connsiteY2" fmla="*/ 497106 h 565441"/>
                <a:gd name="connsiteX3" fmla="*/ 203963 w 609000"/>
                <a:gd name="connsiteY3" fmla="*/ 565441 h 565441"/>
                <a:gd name="connsiteX4" fmla="*/ 163687 w 609000"/>
                <a:gd name="connsiteY4" fmla="*/ 552360 h 565441"/>
                <a:gd name="connsiteX5" fmla="*/ 123411 w 609000"/>
                <a:gd name="connsiteY5" fmla="*/ 565441 h 565441"/>
                <a:gd name="connsiteX6" fmla="*/ 54981 w 609000"/>
                <a:gd name="connsiteY6" fmla="*/ 497106 h 565441"/>
                <a:gd name="connsiteX7" fmla="*/ 96235 w 609000"/>
                <a:gd name="connsiteY7" fmla="*/ 434433 h 565441"/>
                <a:gd name="connsiteX8" fmla="*/ 163687 w 609000"/>
                <a:gd name="connsiteY8" fmla="*/ 377031 h 565441"/>
                <a:gd name="connsiteX9" fmla="*/ 300589 w 609000"/>
                <a:gd name="connsiteY9" fmla="*/ 329566 h 565441"/>
                <a:gd name="connsiteX10" fmla="*/ 326227 w 609000"/>
                <a:gd name="connsiteY10" fmla="*/ 382103 h 565441"/>
                <a:gd name="connsiteX11" fmla="*/ 282584 w 609000"/>
                <a:gd name="connsiteY11" fmla="*/ 420969 h 565441"/>
                <a:gd name="connsiteX12" fmla="*/ 256946 w 609000"/>
                <a:gd name="connsiteY12" fmla="*/ 368432 h 565441"/>
                <a:gd name="connsiteX13" fmla="*/ 300589 w 609000"/>
                <a:gd name="connsiteY13" fmla="*/ 329566 h 565441"/>
                <a:gd name="connsiteX14" fmla="*/ 26828 w 609000"/>
                <a:gd name="connsiteY14" fmla="*/ 329566 h 565441"/>
                <a:gd name="connsiteX15" fmla="*/ 70431 w 609000"/>
                <a:gd name="connsiteY15" fmla="*/ 368432 h 565441"/>
                <a:gd name="connsiteX16" fmla="*/ 44817 w 609000"/>
                <a:gd name="connsiteY16" fmla="*/ 420969 h 565441"/>
                <a:gd name="connsiteX17" fmla="*/ 1213 w 609000"/>
                <a:gd name="connsiteY17" fmla="*/ 382103 h 565441"/>
                <a:gd name="connsiteX18" fmla="*/ 26828 w 609000"/>
                <a:gd name="connsiteY18" fmla="*/ 329566 h 565441"/>
                <a:gd name="connsiteX19" fmla="*/ 217069 w 609000"/>
                <a:gd name="connsiteY19" fmla="*/ 239570 h 565441"/>
                <a:gd name="connsiteX20" fmla="*/ 261878 w 609000"/>
                <a:gd name="connsiteY20" fmla="*/ 299516 h 565441"/>
                <a:gd name="connsiteX21" fmla="*/ 217069 w 609000"/>
                <a:gd name="connsiteY21" fmla="*/ 359462 h 565441"/>
                <a:gd name="connsiteX22" fmla="*/ 172260 w 609000"/>
                <a:gd name="connsiteY22" fmla="*/ 299516 h 565441"/>
                <a:gd name="connsiteX23" fmla="*/ 217069 w 609000"/>
                <a:gd name="connsiteY23" fmla="*/ 239570 h 565441"/>
                <a:gd name="connsiteX24" fmla="*/ 110304 w 609000"/>
                <a:gd name="connsiteY24" fmla="*/ 239570 h 565441"/>
                <a:gd name="connsiteX25" fmla="*/ 155113 w 609000"/>
                <a:gd name="connsiteY25" fmla="*/ 299516 h 565441"/>
                <a:gd name="connsiteX26" fmla="*/ 110304 w 609000"/>
                <a:gd name="connsiteY26" fmla="*/ 359462 h 565441"/>
                <a:gd name="connsiteX27" fmla="*/ 65495 w 609000"/>
                <a:gd name="connsiteY27" fmla="*/ 299516 h 565441"/>
                <a:gd name="connsiteX28" fmla="*/ 110304 w 609000"/>
                <a:gd name="connsiteY28" fmla="*/ 239570 h 565441"/>
                <a:gd name="connsiteX29" fmla="*/ 445279 w 609000"/>
                <a:gd name="connsiteY29" fmla="*/ 137603 h 565441"/>
                <a:gd name="connsiteX30" fmla="*/ 512753 w 609000"/>
                <a:gd name="connsiteY30" fmla="*/ 195026 h 565441"/>
                <a:gd name="connsiteX31" fmla="*/ 554020 w 609000"/>
                <a:gd name="connsiteY31" fmla="*/ 257527 h 565441"/>
                <a:gd name="connsiteX32" fmla="*/ 485568 w 609000"/>
                <a:gd name="connsiteY32" fmla="*/ 326083 h 565441"/>
                <a:gd name="connsiteX33" fmla="*/ 445279 w 609000"/>
                <a:gd name="connsiteY33" fmla="*/ 312802 h 565441"/>
                <a:gd name="connsiteX34" fmla="*/ 404989 w 609000"/>
                <a:gd name="connsiteY34" fmla="*/ 326083 h 565441"/>
                <a:gd name="connsiteX35" fmla="*/ 336537 w 609000"/>
                <a:gd name="connsiteY35" fmla="*/ 257527 h 565441"/>
                <a:gd name="connsiteX36" fmla="*/ 377804 w 609000"/>
                <a:gd name="connsiteY36" fmla="*/ 195026 h 565441"/>
                <a:gd name="connsiteX37" fmla="*/ 445279 w 609000"/>
                <a:gd name="connsiteY37" fmla="*/ 137603 h 565441"/>
                <a:gd name="connsiteX38" fmla="*/ 582173 w 609000"/>
                <a:gd name="connsiteY38" fmla="*/ 89996 h 565441"/>
                <a:gd name="connsiteX39" fmla="*/ 607787 w 609000"/>
                <a:gd name="connsiteY39" fmla="*/ 142533 h 565441"/>
                <a:gd name="connsiteX40" fmla="*/ 564184 w 609000"/>
                <a:gd name="connsiteY40" fmla="*/ 181594 h 565441"/>
                <a:gd name="connsiteX41" fmla="*/ 538569 w 609000"/>
                <a:gd name="connsiteY41" fmla="*/ 129057 h 565441"/>
                <a:gd name="connsiteX42" fmla="*/ 582173 w 609000"/>
                <a:gd name="connsiteY42" fmla="*/ 89996 h 565441"/>
                <a:gd name="connsiteX43" fmla="*/ 308384 w 609000"/>
                <a:gd name="connsiteY43" fmla="*/ 89996 h 565441"/>
                <a:gd name="connsiteX44" fmla="*/ 351987 w 609000"/>
                <a:gd name="connsiteY44" fmla="*/ 129057 h 565441"/>
                <a:gd name="connsiteX45" fmla="*/ 326372 w 609000"/>
                <a:gd name="connsiteY45" fmla="*/ 181594 h 565441"/>
                <a:gd name="connsiteX46" fmla="*/ 282769 w 609000"/>
                <a:gd name="connsiteY46" fmla="*/ 142533 h 565441"/>
                <a:gd name="connsiteX47" fmla="*/ 308384 w 609000"/>
                <a:gd name="connsiteY47" fmla="*/ 89996 h 565441"/>
                <a:gd name="connsiteX48" fmla="*/ 498661 w 609000"/>
                <a:gd name="connsiteY48" fmla="*/ 0 h 565441"/>
                <a:gd name="connsiteX49" fmla="*/ 543435 w 609000"/>
                <a:gd name="connsiteY49" fmla="*/ 59946 h 565441"/>
                <a:gd name="connsiteX50" fmla="*/ 498661 w 609000"/>
                <a:gd name="connsiteY50" fmla="*/ 119892 h 565441"/>
                <a:gd name="connsiteX51" fmla="*/ 453887 w 609000"/>
                <a:gd name="connsiteY51" fmla="*/ 59946 h 565441"/>
                <a:gd name="connsiteX52" fmla="*/ 498661 w 609000"/>
                <a:gd name="connsiteY52" fmla="*/ 0 h 565441"/>
                <a:gd name="connsiteX53" fmla="*/ 391896 w 609000"/>
                <a:gd name="connsiteY53" fmla="*/ 0 h 565441"/>
                <a:gd name="connsiteX54" fmla="*/ 436670 w 609000"/>
                <a:gd name="connsiteY54" fmla="*/ 59946 h 565441"/>
                <a:gd name="connsiteX55" fmla="*/ 391896 w 609000"/>
                <a:gd name="connsiteY55" fmla="*/ 119892 h 565441"/>
                <a:gd name="connsiteX56" fmla="*/ 347122 w 609000"/>
                <a:gd name="connsiteY56" fmla="*/ 59946 h 565441"/>
                <a:gd name="connsiteX57" fmla="*/ 391896 w 609000"/>
                <a:gd name="connsiteY57" fmla="*/ 0 h 56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9000" h="565441">
                  <a:moveTo>
                    <a:pt x="163687" y="377031"/>
                  </a:moveTo>
                  <a:cubicBezTo>
                    <a:pt x="197707" y="377031"/>
                    <a:pt x="226056" y="402022"/>
                    <a:pt x="231139" y="434433"/>
                  </a:cubicBezTo>
                  <a:cubicBezTo>
                    <a:pt x="255383" y="444976"/>
                    <a:pt x="272393" y="469186"/>
                    <a:pt x="272393" y="497106"/>
                  </a:cubicBezTo>
                  <a:cubicBezTo>
                    <a:pt x="272393" y="534788"/>
                    <a:pt x="241697" y="565441"/>
                    <a:pt x="203963" y="565441"/>
                  </a:cubicBezTo>
                  <a:cubicBezTo>
                    <a:pt x="188908" y="565441"/>
                    <a:pt x="175027" y="560560"/>
                    <a:pt x="163687" y="552360"/>
                  </a:cubicBezTo>
                  <a:cubicBezTo>
                    <a:pt x="152347" y="560560"/>
                    <a:pt x="138466" y="565441"/>
                    <a:pt x="123411" y="565441"/>
                  </a:cubicBezTo>
                  <a:cubicBezTo>
                    <a:pt x="85677" y="565441"/>
                    <a:pt x="54981" y="534788"/>
                    <a:pt x="54981" y="497106"/>
                  </a:cubicBezTo>
                  <a:cubicBezTo>
                    <a:pt x="54981" y="469186"/>
                    <a:pt x="71991" y="444976"/>
                    <a:pt x="96235" y="434433"/>
                  </a:cubicBezTo>
                  <a:cubicBezTo>
                    <a:pt x="101318" y="402022"/>
                    <a:pt x="129668" y="377031"/>
                    <a:pt x="163687" y="377031"/>
                  </a:cubicBezTo>
                  <a:close/>
                  <a:moveTo>
                    <a:pt x="300589" y="329566"/>
                  </a:moveTo>
                  <a:cubicBezTo>
                    <a:pt x="319964" y="333277"/>
                    <a:pt x="331315" y="356323"/>
                    <a:pt x="326227" y="382103"/>
                  </a:cubicBezTo>
                  <a:cubicBezTo>
                    <a:pt x="321138" y="407688"/>
                    <a:pt x="301959" y="424875"/>
                    <a:pt x="282584" y="420969"/>
                  </a:cubicBezTo>
                  <a:cubicBezTo>
                    <a:pt x="263209" y="417258"/>
                    <a:pt x="251858" y="394212"/>
                    <a:pt x="256946" y="368432"/>
                  </a:cubicBezTo>
                  <a:cubicBezTo>
                    <a:pt x="262035" y="342847"/>
                    <a:pt x="281214" y="325660"/>
                    <a:pt x="300589" y="329566"/>
                  </a:cubicBezTo>
                  <a:close/>
                  <a:moveTo>
                    <a:pt x="26828" y="329566"/>
                  </a:moveTo>
                  <a:cubicBezTo>
                    <a:pt x="46185" y="325660"/>
                    <a:pt x="65347" y="342847"/>
                    <a:pt x="70431" y="368432"/>
                  </a:cubicBezTo>
                  <a:cubicBezTo>
                    <a:pt x="75515" y="394212"/>
                    <a:pt x="64370" y="417258"/>
                    <a:pt x="44817" y="420969"/>
                  </a:cubicBezTo>
                  <a:cubicBezTo>
                    <a:pt x="25459" y="424875"/>
                    <a:pt x="6297" y="407688"/>
                    <a:pt x="1213" y="382103"/>
                  </a:cubicBezTo>
                  <a:cubicBezTo>
                    <a:pt x="-3871" y="356323"/>
                    <a:pt x="7470" y="333277"/>
                    <a:pt x="26828" y="329566"/>
                  </a:cubicBezTo>
                  <a:close/>
                  <a:moveTo>
                    <a:pt x="217069" y="239570"/>
                  </a:moveTo>
                  <a:cubicBezTo>
                    <a:pt x="241816" y="239570"/>
                    <a:pt x="261878" y="266409"/>
                    <a:pt x="261878" y="299516"/>
                  </a:cubicBezTo>
                  <a:cubicBezTo>
                    <a:pt x="261878" y="332623"/>
                    <a:pt x="241816" y="359462"/>
                    <a:pt x="217069" y="359462"/>
                  </a:cubicBezTo>
                  <a:cubicBezTo>
                    <a:pt x="192322" y="359462"/>
                    <a:pt x="172260" y="332623"/>
                    <a:pt x="172260" y="299516"/>
                  </a:cubicBezTo>
                  <a:cubicBezTo>
                    <a:pt x="172260" y="266409"/>
                    <a:pt x="192322" y="239570"/>
                    <a:pt x="217069" y="239570"/>
                  </a:cubicBezTo>
                  <a:close/>
                  <a:moveTo>
                    <a:pt x="110304" y="239570"/>
                  </a:moveTo>
                  <a:cubicBezTo>
                    <a:pt x="135051" y="239570"/>
                    <a:pt x="155113" y="266409"/>
                    <a:pt x="155113" y="299516"/>
                  </a:cubicBezTo>
                  <a:cubicBezTo>
                    <a:pt x="155113" y="332623"/>
                    <a:pt x="135051" y="359462"/>
                    <a:pt x="110304" y="359462"/>
                  </a:cubicBezTo>
                  <a:cubicBezTo>
                    <a:pt x="85557" y="359462"/>
                    <a:pt x="65495" y="332623"/>
                    <a:pt x="65495" y="299516"/>
                  </a:cubicBezTo>
                  <a:cubicBezTo>
                    <a:pt x="65495" y="266409"/>
                    <a:pt x="85557" y="239570"/>
                    <a:pt x="110304" y="239570"/>
                  </a:cubicBezTo>
                  <a:close/>
                  <a:moveTo>
                    <a:pt x="445279" y="137603"/>
                  </a:moveTo>
                  <a:cubicBezTo>
                    <a:pt x="479309" y="137603"/>
                    <a:pt x="507668" y="162408"/>
                    <a:pt x="512753" y="195026"/>
                  </a:cubicBezTo>
                  <a:cubicBezTo>
                    <a:pt x="537005" y="205573"/>
                    <a:pt x="554020" y="229597"/>
                    <a:pt x="554020" y="257527"/>
                  </a:cubicBezTo>
                  <a:cubicBezTo>
                    <a:pt x="554020" y="295223"/>
                    <a:pt x="523314" y="326083"/>
                    <a:pt x="485568" y="326083"/>
                  </a:cubicBezTo>
                  <a:cubicBezTo>
                    <a:pt x="470508" y="326083"/>
                    <a:pt x="456622" y="321005"/>
                    <a:pt x="445279" y="312802"/>
                  </a:cubicBezTo>
                  <a:cubicBezTo>
                    <a:pt x="433935" y="321005"/>
                    <a:pt x="420049" y="326083"/>
                    <a:pt x="404989" y="326083"/>
                  </a:cubicBezTo>
                  <a:cubicBezTo>
                    <a:pt x="367243" y="326083"/>
                    <a:pt x="336537" y="295223"/>
                    <a:pt x="336537" y="257527"/>
                  </a:cubicBezTo>
                  <a:cubicBezTo>
                    <a:pt x="336537" y="229597"/>
                    <a:pt x="353552" y="205573"/>
                    <a:pt x="377804" y="195026"/>
                  </a:cubicBezTo>
                  <a:cubicBezTo>
                    <a:pt x="382889" y="162408"/>
                    <a:pt x="411248" y="137603"/>
                    <a:pt x="445279" y="137603"/>
                  </a:cubicBezTo>
                  <a:close/>
                  <a:moveTo>
                    <a:pt x="582173" y="89996"/>
                  </a:moveTo>
                  <a:cubicBezTo>
                    <a:pt x="601530" y="93902"/>
                    <a:pt x="612871" y="116948"/>
                    <a:pt x="607787" y="142533"/>
                  </a:cubicBezTo>
                  <a:cubicBezTo>
                    <a:pt x="602703" y="168314"/>
                    <a:pt x="583541" y="185305"/>
                    <a:pt x="564184" y="181594"/>
                  </a:cubicBezTo>
                  <a:cubicBezTo>
                    <a:pt x="544826" y="177688"/>
                    <a:pt x="533485" y="154642"/>
                    <a:pt x="538569" y="129057"/>
                  </a:cubicBezTo>
                  <a:cubicBezTo>
                    <a:pt x="543653" y="103277"/>
                    <a:pt x="562815" y="86090"/>
                    <a:pt x="582173" y="89996"/>
                  </a:cubicBezTo>
                  <a:close/>
                  <a:moveTo>
                    <a:pt x="308384" y="89996"/>
                  </a:moveTo>
                  <a:cubicBezTo>
                    <a:pt x="327741" y="86090"/>
                    <a:pt x="346903" y="103277"/>
                    <a:pt x="351987" y="129057"/>
                  </a:cubicBezTo>
                  <a:cubicBezTo>
                    <a:pt x="357071" y="154642"/>
                    <a:pt x="345926" y="177688"/>
                    <a:pt x="326372" y="181594"/>
                  </a:cubicBezTo>
                  <a:cubicBezTo>
                    <a:pt x="307015" y="185305"/>
                    <a:pt x="287853" y="168314"/>
                    <a:pt x="282769" y="142533"/>
                  </a:cubicBezTo>
                  <a:cubicBezTo>
                    <a:pt x="277685" y="116948"/>
                    <a:pt x="289026" y="93902"/>
                    <a:pt x="308384" y="89996"/>
                  </a:cubicBezTo>
                  <a:close/>
                  <a:moveTo>
                    <a:pt x="498661" y="0"/>
                  </a:moveTo>
                  <a:cubicBezTo>
                    <a:pt x="523389" y="0"/>
                    <a:pt x="543435" y="26839"/>
                    <a:pt x="543435" y="59946"/>
                  </a:cubicBezTo>
                  <a:cubicBezTo>
                    <a:pt x="543435" y="93053"/>
                    <a:pt x="523389" y="119892"/>
                    <a:pt x="498661" y="119892"/>
                  </a:cubicBezTo>
                  <a:cubicBezTo>
                    <a:pt x="473933" y="119892"/>
                    <a:pt x="453887" y="93053"/>
                    <a:pt x="453887" y="59946"/>
                  </a:cubicBezTo>
                  <a:cubicBezTo>
                    <a:pt x="453887" y="26839"/>
                    <a:pt x="473933" y="0"/>
                    <a:pt x="498661" y="0"/>
                  </a:cubicBezTo>
                  <a:close/>
                  <a:moveTo>
                    <a:pt x="391896" y="0"/>
                  </a:moveTo>
                  <a:cubicBezTo>
                    <a:pt x="416624" y="0"/>
                    <a:pt x="436670" y="26839"/>
                    <a:pt x="436670" y="59946"/>
                  </a:cubicBezTo>
                  <a:cubicBezTo>
                    <a:pt x="436670" y="93053"/>
                    <a:pt x="416624" y="119892"/>
                    <a:pt x="391896" y="119892"/>
                  </a:cubicBezTo>
                  <a:cubicBezTo>
                    <a:pt x="367168" y="119892"/>
                    <a:pt x="347122" y="93053"/>
                    <a:pt x="347122" y="59946"/>
                  </a:cubicBezTo>
                  <a:cubicBezTo>
                    <a:pt x="347122" y="26839"/>
                    <a:pt x="367168" y="0"/>
                    <a:pt x="39189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矩形 10"/>
          <p:cNvSpPr/>
          <p:nvPr/>
        </p:nvSpPr>
        <p:spPr>
          <a:xfrm>
            <a:off x="5186305" y="1608780"/>
            <a:ext cx="2922979" cy="31432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sz="1600" b="1" dirty="0" smtClean="0">
                <a:solidFill>
                  <a:srgbClr val="70AD47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打造三</a:t>
            </a:r>
            <a:r>
              <a:rPr lang="zh-CN" altLang="en-US" sz="1600" b="1" dirty="0" smtClean="0">
                <a:solidFill>
                  <a:srgbClr val="70AD47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山首个宠物社交场所</a:t>
            </a:r>
            <a:endParaRPr lang="zh-CN" altLang="en-US" sz="1600" b="1" dirty="0">
              <a:solidFill>
                <a:srgbClr val="70AD47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18388" y="2052647"/>
            <a:ext cx="3340075" cy="19532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050" spc="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现代都市生活里，宠物与家庭、生活密不可分，</a:t>
            </a:r>
            <a:endParaRPr lang="zh-CN" altLang="en-US" sz="1050" spc="1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1200" b="1" spc="1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“萌宠乐园”</a:t>
            </a:r>
            <a:r>
              <a:rPr lang="zh-CN" altLang="en-US" sz="1050" spc="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项目借助周边交通便利，需求人群较大。</a:t>
            </a:r>
            <a:endParaRPr lang="en-US" altLang="zh-CN" sz="1050" spc="100" dirty="0" smtClean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1600" spc="100" dirty="0" smtClean="0">
                <a:solidFill>
                  <a:srgbClr val="70AD47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打造一个</a:t>
            </a:r>
            <a:r>
              <a:rPr lang="zh-CN" altLang="en-US" sz="1600" spc="100" dirty="0">
                <a:solidFill>
                  <a:srgbClr val="70AD47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的萌宠乐园！</a:t>
            </a:r>
            <a:endParaRPr lang="zh-CN" altLang="en-US" sz="1600" spc="100" dirty="0" smtClean="0">
              <a:solidFill>
                <a:srgbClr val="70AD47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3" name="矩形 12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"/>
          <a:stretch>
            <a:fillRect/>
          </a:stretch>
        </p:blipFill>
        <p:spPr bwMode="auto">
          <a:xfrm>
            <a:off x="-1" y="1267326"/>
            <a:ext cx="9138977" cy="3263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8494" y="783992"/>
            <a:ext cx="72470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spc="100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宠物种类分析</a:t>
            </a:r>
            <a:r>
              <a:rPr lang="zh-CN" altLang="en-US" b="1" spc="1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中国宠物猫狗数量达到</a:t>
            </a:r>
            <a:r>
              <a:rPr lang="en-US" altLang="zh-CN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8746</a:t>
            </a:r>
            <a:r>
              <a:rPr lang="zh-CN" altLang="en-US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万只，宠物狗占比高达</a:t>
            </a:r>
            <a:r>
              <a:rPr lang="en-US" altLang="zh-CN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endParaRPr lang="zh-CN" altLang="en-US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0" b="9297"/>
          <a:stretch>
            <a:fillRect/>
          </a:stretch>
        </p:blipFill>
        <p:spPr bwMode="auto">
          <a:xfrm>
            <a:off x="-1" y="1082840"/>
            <a:ext cx="9144001" cy="3529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3" name="矩形 12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6461" y="721894"/>
            <a:ext cx="8566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b="1" spc="100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宠物行业市场规模趋势及增速分析：</a:t>
            </a:r>
            <a:r>
              <a:rPr lang="zh-CN" altLang="en-US" sz="13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中国宠物行业市场规模在已达</a:t>
            </a:r>
            <a:r>
              <a:rPr lang="en-US" altLang="zh-CN" sz="13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1340</a:t>
            </a:r>
            <a:r>
              <a:rPr lang="zh-CN" altLang="en-US" sz="13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亿元， 到</a:t>
            </a:r>
            <a:r>
              <a:rPr lang="en-US" altLang="zh-CN" sz="13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13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年时将达</a:t>
            </a:r>
            <a:r>
              <a:rPr lang="en-US" altLang="zh-CN" sz="13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1885</a:t>
            </a:r>
            <a:r>
              <a:rPr lang="zh-CN" altLang="en-US" sz="13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</a:t>
            </a:r>
            <a:endParaRPr lang="zh-CN" altLang="en-US" sz="13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3780" y="4634997"/>
            <a:ext cx="32964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中国宠物行业市场规模趋势及增速</a:t>
            </a:r>
            <a:r>
              <a:rPr lang="en-US" altLang="zh-CN" sz="1200" b="1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3" name="矩形 12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5826" y="563779"/>
            <a:ext cx="856648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b="1" spc="100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宠物行业市场规模趋势及增速分析：</a:t>
            </a:r>
            <a:endParaRPr lang="zh-CN" altLang="en-US" sz="13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3780" y="4778507"/>
            <a:ext cx="32964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中国宠物行业市场规模趋势及增速</a:t>
            </a:r>
            <a:r>
              <a:rPr lang="en-US" altLang="zh-CN" sz="1200" b="1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屏幕截图 2024-05-31 2211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845820"/>
            <a:ext cx="7774305" cy="3932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3" name="矩形 12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5826" y="483134"/>
            <a:ext cx="856648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b="1" spc="100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宠物行业市场规模趋势及增速分析：</a:t>
            </a:r>
            <a:endParaRPr lang="zh-CN" altLang="en-US" sz="13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4415" y="4791207"/>
            <a:ext cx="32964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中国宠物行业市场规模趋势及增速</a:t>
            </a:r>
            <a:r>
              <a:rPr lang="en-US" altLang="zh-CN" sz="1200" b="1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屏幕截图 2024-05-31 2212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785" y="734060"/>
            <a:ext cx="7647305" cy="4057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1459831"/>
            <a:ext cx="9159942" cy="291966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3" name="矩形 12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358085" y="1812757"/>
            <a:ext cx="1411809" cy="721895"/>
          </a:xfrm>
          <a:prstGeom prst="roundRect">
            <a:avLst/>
          </a:prstGeom>
          <a:solidFill>
            <a:srgbClr val="FFFF0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522518" y="1915544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零售</a:t>
            </a:r>
            <a:endParaRPr lang="zh-CN" altLang="en-US" sz="16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30539" y="2189275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Retail</a:t>
            </a:r>
            <a:endParaRPr lang="zh-CN" altLang="en-US" sz="12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297602" y="1812756"/>
            <a:ext cx="1395864" cy="721895"/>
          </a:xfrm>
          <a:prstGeom prst="roundRect">
            <a:avLst/>
          </a:prstGeom>
          <a:solidFill>
            <a:srgbClr val="FFFF0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462134" y="1915543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医疗</a:t>
            </a:r>
            <a:endParaRPr lang="zh-CN" altLang="en-US" sz="16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13687" y="2189274"/>
            <a:ext cx="1584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Pet medical</a:t>
            </a:r>
            <a:endParaRPr lang="zh-CN" altLang="en-US" sz="12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954505" y="3192378"/>
            <a:ext cx="1403581" cy="721895"/>
          </a:xfrm>
          <a:prstGeom prst="roundRect">
            <a:avLst/>
          </a:prstGeom>
          <a:solidFill>
            <a:srgbClr val="FFFF0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118733" y="3303186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寄养</a:t>
            </a:r>
            <a:endParaRPr lang="zh-CN" altLang="en-US" sz="16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8358" y="3568896"/>
            <a:ext cx="1507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Pet Forster</a:t>
            </a:r>
            <a:endParaRPr lang="zh-CN" altLang="en-US" sz="12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890010" y="3192378"/>
            <a:ext cx="1407592" cy="721895"/>
          </a:xfrm>
          <a:prstGeom prst="roundRect">
            <a:avLst/>
          </a:prstGeom>
          <a:solidFill>
            <a:srgbClr val="FFFF0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4054542" y="3295165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洗护</a:t>
            </a:r>
            <a:endParaRPr lang="zh-CN" altLang="en-US" sz="16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62563" y="356889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Pet Care</a:t>
            </a:r>
            <a:endParaRPr lang="zh-CN" altLang="en-US" sz="12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797738" y="3192378"/>
            <a:ext cx="1415818" cy="721895"/>
          </a:xfrm>
          <a:prstGeom prst="roundRect">
            <a:avLst/>
          </a:prstGeom>
          <a:solidFill>
            <a:srgbClr val="FFFF0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968630" y="3295165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美容</a:t>
            </a:r>
            <a:endParaRPr lang="zh-CN" altLang="en-US" sz="16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09508" y="3568896"/>
            <a:ext cx="1616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Pet Grooming</a:t>
            </a:r>
            <a:endParaRPr lang="zh-CN" altLang="en-US" sz="12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" y="850555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spc="100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目前宠物行业已经趋于成熟，正规的宠物医院已有发展成熟的</a:t>
            </a:r>
            <a:r>
              <a:rPr lang="en-US" altLang="zh-CN" sz="1600" b="1" spc="100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b="1" spc="100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大服务：</a:t>
            </a:r>
            <a:endParaRPr lang="zh-CN" altLang="en-US" sz="16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089359" y="0"/>
            <a:ext cx="4054642" cy="51435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6" name="矩形 5"/>
          <p:cNvSpPr/>
          <p:nvPr/>
        </p:nvSpPr>
        <p:spPr>
          <a:xfrm>
            <a:off x="878306" y="1455822"/>
            <a:ext cx="5835316" cy="120315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009" y="414524"/>
            <a:ext cx="2963736" cy="260941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112189" y="1613781"/>
            <a:ext cx="1288158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b="1" spc="1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项目思考：</a:t>
            </a:r>
            <a:endParaRPr lang="zh-CN" altLang="en-US" b="1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380" y="1794341"/>
            <a:ext cx="4823390" cy="56586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900" b="1" spc="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如何在鱼龙混珠的宠物市场突出重围？？</a:t>
            </a:r>
            <a:endParaRPr lang="zh-CN" altLang="en-US" sz="1900" b="1" spc="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21203" y="2885724"/>
            <a:ext cx="3990902" cy="105413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1600" spc="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人无我有，人有我优</a:t>
            </a:r>
            <a:endParaRPr lang="en-US" altLang="zh-CN" sz="1600" spc="2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1600" spc="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zh-CN" altLang="en-US" sz="1600" spc="200" dirty="0" smtClean="0">
                <a:solidFill>
                  <a:srgbClr val="DB46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品牌服务</a:t>
            </a:r>
            <a:r>
              <a:rPr lang="zh-CN" altLang="en-US" sz="1600" spc="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600" spc="200" dirty="0" smtClean="0">
                <a:solidFill>
                  <a:srgbClr val="DB46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圈层社交</a:t>
            </a:r>
            <a:r>
              <a:rPr lang="zh-CN" altLang="en-US" sz="1600" spc="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做到极致！</a:t>
            </a:r>
            <a:endParaRPr lang="zh-CN" altLang="en-US" sz="1600" spc="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329777" y="4311073"/>
            <a:ext cx="450554" cy="450554"/>
            <a:chOff x="1773036" y="5671897"/>
            <a:chExt cx="600738" cy="600738"/>
          </a:xfrm>
        </p:grpSpPr>
        <p:sp>
          <p:nvSpPr>
            <p:cNvPr id="12" name="椭圆 11"/>
            <p:cNvSpPr/>
            <p:nvPr/>
          </p:nvSpPr>
          <p:spPr>
            <a:xfrm>
              <a:off x="1773036" y="5671897"/>
              <a:ext cx="600738" cy="60073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dog-kennel_64436"/>
            <p:cNvSpPr>
              <a:spLocks noChangeAspect="1"/>
            </p:cNvSpPr>
            <p:nvPr/>
          </p:nvSpPr>
          <p:spPr bwMode="auto">
            <a:xfrm>
              <a:off x="1929652" y="5819846"/>
              <a:ext cx="287506" cy="304841"/>
            </a:xfrm>
            <a:custGeom>
              <a:avLst/>
              <a:gdLst>
                <a:gd name="T0" fmla="*/ 5989 w 11289"/>
                <a:gd name="T1" fmla="*/ 203 h 11986"/>
                <a:gd name="T2" fmla="*/ 5300 w 11289"/>
                <a:gd name="T3" fmla="*/ 203 h 11986"/>
                <a:gd name="T4" fmla="*/ 273 w 11289"/>
                <a:gd name="T5" fmla="*/ 5710 h 11986"/>
                <a:gd name="T6" fmla="*/ 617 w 11289"/>
                <a:gd name="T7" fmla="*/ 6492 h 11986"/>
                <a:gd name="T8" fmla="*/ 1516 w 11289"/>
                <a:gd name="T9" fmla="*/ 6492 h 11986"/>
                <a:gd name="T10" fmla="*/ 1909 w 11289"/>
                <a:gd name="T11" fmla="*/ 11555 h 11986"/>
                <a:gd name="T12" fmla="*/ 2375 w 11289"/>
                <a:gd name="T13" fmla="*/ 11986 h 11986"/>
                <a:gd name="T14" fmla="*/ 8907 w 11289"/>
                <a:gd name="T15" fmla="*/ 11986 h 11986"/>
                <a:gd name="T16" fmla="*/ 9372 w 11289"/>
                <a:gd name="T17" fmla="*/ 11552 h 11986"/>
                <a:gd name="T18" fmla="*/ 9741 w 11289"/>
                <a:gd name="T19" fmla="*/ 6491 h 11986"/>
                <a:gd name="T20" fmla="*/ 10671 w 11289"/>
                <a:gd name="T21" fmla="*/ 6491 h 11986"/>
                <a:gd name="T22" fmla="*/ 11015 w 11289"/>
                <a:gd name="T23" fmla="*/ 5708 h 11986"/>
                <a:gd name="T24" fmla="*/ 5989 w 11289"/>
                <a:gd name="T25" fmla="*/ 203 h 11986"/>
                <a:gd name="T26" fmla="*/ 7923 w 11289"/>
                <a:gd name="T27" fmla="*/ 11011 h 11986"/>
                <a:gd name="T28" fmla="*/ 7723 w 11289"/>
                <a:gd name="T29" fmla="*/ 11211 h 11986"/>
                <a:gd name="T30" fmla="*/ 3563 w 11289"/>
                <a:gd name="T31" fmla="*/ 11211 h 11986"/>
                <a:gd name="T32" fmla="*/ 3363 w 11289"/>
                <a:gd name="T33" fmla="*/ 11011 h 11986"/>
                <a:gd name="T34" fmla="*/ 3363 w 11289"/>
                <a:gd name="T35" fmla="*/ 7948 h 11986"/>
                <a:gd name="T36" fmla="*/ 5641 w 11289"/>
                <a:gd name="T37" fmla="*/ 5664 h 11986"/>
                <a:gd name="T38" fmla="*/ 5643 w 11289"/>
                <a:gd name="T39" fmla="*/ 5664 h 11986"/>
                <a:gd name="T40" fmla="*/ 7921 w 11289"/>
                <a:gd name="T41" fmla="*/ 7948 h 11986"/>
                <a:gd name="T42" fmla="*/ 7921 w 11289"/>
                <a:gd name="T43" fmla="*/ 11011 h 11986"/>
                <a:gd name="T44" fmla="*/ 7923 w 11289"/>
                <a:gd name="T45" fmla="*/ 11011 h 11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289" h="11986">
                  <a:moveTo>
                    <a:pt x="5989" y="203"/>
                  </a:moveTo>
                  <a:cubicBezTo>
                    <a:pt x="5804" y="0"/>
                    <a:pt x="5485" y="0"/>
                    <a:pt x="5300" y="203"/>
                  </a:cubicBezTo>
                  <a:lnTo>
                    <a:pt x="273" y="5710"/>
                  </a:lnTo>
                  <a:cubicBezTo>
                    <a:pt x="0" y="6010"/>
                    <a:pt x="212" y="6492"/>
                    <a:pt x="617" y="6492"/>
                  </a:cubicBezTo>
                  <a:lnTo>
                    <a:pt x="1516" y="6492"/>
                  </a:lnTo>
                  <a:lnTo>
                    <a:pt x="1909" y="11555"/>
                  </a:lnTo>
                  <a:cubicBezTo>
                    <a:pt x="1928" y="11798"/>
                    <a:pt x="2131" y="11986"/>
                    <a:pt x="2375" y="11986"/>
                  </a:cubicBezTo>
                  <a:lnTo>
                    <a:pt x="8907" y="11986"/>
                  </a:lnTo>
                  <a:cubicBezTo>
                    <a:pt x="9151" y="11986"/>
                    <a:pt x="9355" y="11796"/>
                    <a:pt x="9372" y="11552"/>
                  </a:cubicBezTo>
                  <a:lnTo>
                    <a:pt x="9741" y="6491"/>
                  </a:lnTo>
                  <a:lnTo>
                    <a:pt x="10671" y="6491"/>
                  </a:lnTo>
                  <a:cubicBezTo>
                    <a:pt x="11076" y="6491"/>
                    <a:pt x="11289" y="6008"/>
                    <a:pt x="11015" y="5708"/>
                  </a:cubicBezTo>
                  <a:lnTo>
                    <a:pt x="5989" y="203"/>
                  </a:lnTo>
                  <a:close/>
                  <a:moveTo>
                    <a:pt x="7923" y="11011"/>
                  </a:moveTo>
                  <a:cubicBezTo>
                    <a:pt x="7923" y="11122"/>
                    <a:pt x="7833" y="11211"/>
                    <a:pt x="7723" y="11211"/>
                  </a:cubicBezTo>
                  <a:lnTo>
                    <a:pt x="3563" y="11211"/>
                  </a:lnTo>
                  <a:cubicBezTo>
                    <a:pt x="3452" y="11211"/>
                    <a:pt x="3363" y="11122"/>
                    <a:pt x="3363" y="11011"/>
                  </a:cubicBezTo>
                  <a:lnTo>
                    <a:pt x="3363" y="7948"/>
                  </a:lnTo>
                  <a:cubicBezTo>
                    <a:pt x="3363" y="6690"/>
                    <a:pt x="4383" y="5664"/>
                    <a:pt x="5641" y="5664"/>
                  </a:cubicBezTo>
                  <a:lnTo>
                    <a:pt x="5643" y="5664"/>
                  </a:lnTo>
                  <a:cubicBezTo>
                    <a:pt x="6901" y="5664"/>
                    <a:pt x="7921" y="6690"/>
                    <a:pt x="7921" y="7948"/>
                  </a:cubicBezTo>
                  <a:lnTo>
                    <a:pt x="7921" y="11011"/>
                  </a:lnTo>
                  <a:lnTo>
                    <a:pt x="7923" y="110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21" name="Group 14"/>
          <p:cNvGrpSpPr/>
          <p:nvPr/>
        </p:nvGrpSpPr>
        <p:grpSpPr>
          <a:xfrm>
            <a:off x="2128459" y="4311073"/>
            <a:ext cx="450554" cy="450554"/>
            <a:chOff x="1773036" y="5671897"/>
            <a:chExt cx="600738" cy="600738"/>
          </a:xfrm>
        </p:grpSpPr>
        <p:sp>
          <p:nvSpPr>
            <p:cNvPr id="22" name="椭圆 21"/>
            <p:cNvSpPr/>
            <p:nvPr/>
          </p:nvSpPr>
          <p:spPr>
            <a:xfrm>
              <a:off x="1773036" y="5671897"/>
              <a:ext cx="600738" cy="60073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dog-kennel_64436"/>
            <p:cNvSpPr>
              <a:spLocks noChangeAspect="1"/>
            </p:cNvSpPr>
            <p:nvPr/>
          </p:nvSpPr>
          <p:spPr bwMode="auto">
            <a:xfrm>
              <a:off x="1920984" y="5834562"/>
              <a:ext cx="304841" cy="275407"/>
            </a:xfrm>
            <a:custGeom>
              <a:avLst/>
              <a:gdLst>
                <a:gd name="connsiteX0" fmla="*/ 226468 w 607578"/>
                <a:gd name="connsiteY0" fmla="*/ 328213 h 548915"/>
                <a:gd name="connsiteX1" fmla="*/ 233420 w 607578"/>
                <a:gd name="connsiteY1" fmla="*/ 333037 h 548915"/>
                <a:gd name="connsiteX2" fmla="*/ 228971 w 607578"/>
                <a:gd name="connsiteY2" fmla="*/ 371096 h 548915"/>
                <a:gd name="connsiteX3" fmla="*/ 201560 w 607578"/>
                <a:gd name="connsiteY3" fmla="*/ 344330 h 548915"/>
                <a:gd name="connsiteX4" fmla="*/ 214108 w 607578"/>
                <a:gd name="connsiteY4" fmla="*/ 329124 h 548915"/>
                <a:gd name="connsiteX5" fmla="*/ 226468 w 607578"/>
                <a:gd name="connsiteY5" fmla="*/ 328213 h 548915"/>
                <a:gd name="connsiteX6" fmla="*/ 460316 w 607578"/>
                <a:gd name="connsiteY6" fmla="*/ 109547 h 548915"/>
                <a:gd name="connsiteX7" fmla="*/ 517813 w 607578"/>
                <a:gd name="connsiteY7" fmla="*/ 114434 h 548915"/>
                <a:gd name="connsiteX8" fmla="*/ 547274 w 607578"/>
                <a:gd name="connsiteY8" fmla="*/ 149445 h 548915"/>
                <a:gd name="connsiteX9" fmla="*/ 541845 w 607578"/>
                <a:gd name="connsiteY9" fmla="*/ 212624 h 548915"/>
                <a:gd name="connsiteX10" fmla="*/ 512473 w 607578"/>
                <a:gd name="connsiteY10" fmla="*/ 147490 h 548915"/>
                <a:gd name="connsiteX11" fmla="*/ 526180 w 607578"/>
                <a:gd name="connsiteY11" fmla="*/ 228707 h 548915"/>
                <a:gd name="connsiteX12" fmla="*/ 594714 w 607578"/>
                <a:gd name="connsiteY12" fmla="*/ 259186 h 548915"/>
                <a:gd name="connsiteX13" fmla="*/ 604950 w 607578"/>
                <a:gd name="connsiteY13" fmla="*/ 289310 h 548915"/>
                <a:gd name="connsiteX14" fmla="*/ 577091 w 607578"/>
                <a:gd name="connsiteY14" fmla="*/ 298729 h 548915"/>
                <a:gd name="connsiteX15" fmla="*/ 497876 w 607578"/>
                <a:gd name="connsiteY15" fmla="*/ 263540 h 548915"/>
                <a:gd name="connsiteX16" fmla="*/ 485326 w 607578"/>
                <a:gd name="connsiteY16" fmla="*/ 247368 h 548915"/>
                <a:gd name="connsiteX17" fmla="*/ 470195 w 607578"/>
                <a:gd name="connsiteY17" fmla="*/ 157620 h 548915"/>
                <a:gd name="connsiteX18" fmla="*/ 464855 w 607578"/>
                <a:gd name="connsiteY18" fmla="*/ 250833 h 548915"/>
                <a:gd name="connsiteX19" fmla="*/ 489421 w 607578"/>
                <a:gd name="connsiteY19" fmla="*/ 282467 h 548915"/>
                <a:gd name="connsiteX20" fmla="*/ 533300 w 607578"/>
                <a:gd name="connsiteY20" fmla="*/ 302016 h 548915"/>
                <a:gd name="connsiteX21" fmla="*/ 569793 w 607578"/>
                <a:gd name="connsiteY21" fmla="*/ 382612 h 548915"/>
                <a:gd name="connsiteX22" fmla="*/ 571395 w 607578"/>
                <a:gd name="connsiteY22" fmla="*/ 387588 h 548915"/>
                <a:gd name="connsiteX23" fmla="*/ 600944 w 607578"/>
                <a:gd name="connsiteY23" fmla="*/ 517145 h 548915"/>
                <a:gd name="connsiteX24" fmla="*/ 581363 w 607578"/>
                <a:gd name="connsiteY24" fmla="*/ 548246 h 548915"/>
                <a:gd name="connsiteX25" fmla="*/ 550211 w 607578"/>
                <a:gd name="connsiteY25" fmla="*/ 528697 h 548915"/>
                <a:gd name="connsiteX26" fmla="*/ 521285 w 607578"/>
                <a:gd name="connsiteY26" fmla="*/ 401628 h 548915"/>
                <a:gd name="connsiteX27" fmla="*/ 479719 w 607578"/>
                <a:gd name="connsiteY27" fmla="*/ 309836 h 548915"/>
                <a:gd name="connsiteX28" fmla="*/ 466012 w 607578"/>
                <a:gd name="connsiteY28" fmla="*/ 308681 h 548915"/>
                <a:gd name="connsiteX29" fmla="*/ 480787 w 607578"/>
                <a:gd name="connsiteY29" fmla="*/ 402694 h 548915"/>
                <a:gd name="connsiteX30" fmla="*/ 479452 w 607578"/>
                <a:gd name="connsiteY30" fmla="*/ 415846 h 548915"/>
                <a:gd name="connsiteX31" fmla="*/ 435483 w 607578"/>
                <a:gd name="connsiteY31" fmla="*/ 532074 h 548915"/>
                <a:gd name="connsiteX32" fmla="*/ 401928 w 607578"/>
                <a:gd name="connsiteY32" fmla="*/ 547180 h 548915"/>
                <a:gd name="connsiteX33" fmla="*/ 386797 w 607578"/>
                <a:gd name="connsiteY33" fmla="*/ 513769 h 548915"/>
                <a:gd name="connsiteX34" fmla="*/ 428274 w 607578"/>
                <a:gd name="connsiteY34" fmla="*/ 403938 h 548915"/>
                <a:gd name="connsiteX35" fmla="*/ 414211 w 607578"/>
                <a:gd name="connsiteY35" fmla="*/ 314101 h 548915"/>
                <a:gd name="connsiteX36" fmla="*/ 413054 w 607578"/>
                <a:gd name="connsiteY36" fmla="*/ 281401 h 548915"/>
                <a:gd name="connsiteX37" fmla="*/ 420085 w 607578"/>
                <a:gd name="connsiteY37" fmla="*/ 200272 h 548915"/>
                <a:gd name="connsiteX38" fmla="*/ 403797 w 607578"/>
                <a:gd name="connsiteY38" fmla="*/ 214312 h 548915"/>
                <a:gd name="connsiteX39" fmla="*/ 355645 w 607578"/>
                <a:gd name="connsiteY39" fmla="*/ 292953 h 548915"/>
                <a:gd name="connsiteX40" fmla="*/ 345677 w 607578"/>
                <a:gd name="connsiteY40" fmla="*/ 301572 h 548915"/>
                <a:gd name="connsiteX41" fmla="*/ 282572 w 607578"/>
                <a:gd name="connsiteY41" fmla="*/ 443747 h 548915"/>
                <a:gd name="connsiteX42" fmla="*/ 226498 w 607578"/>
                <a:gd name="connsiteY42" fmla="*/ 422066 h 548915"/>
                <a:gd name="connsiteX43" fmla="*/ 207362 w 607578"/>
                <a:gd name="connsiteY43" fmla="*/ 468184 h 548915"/>
                <a:gd name="connsiteX44" fmla="*/ 212880 w 607578"/>
                <a:gd name="connsiteY44" fmla="*/ 534562 h 548915"/>
                <a:gd name="connsiteX45" fmla="*/ 200687 w 607578"/>
                <a:gd name="connsiteY45" fmla="*/ 548868 h 548915"/>
                <a:gd name="connsiteX46" fmla="*/ 186357 w 607578"/>
                <a:gd name="connsiteY46" fmla="*/ 536695 h 548915"/>
                <a:gd name="connsiteX47" fmla="*/ 181461 w 607578"/>
                <a:gd name="connsiteY47" fmla="*/ 477425 h 548915"/>
                <a:gd name="connsiteX48" fmla="*/ 108833 w 607578"/>
                <a:gd name="connsiteY48" fmla="*/ 468450 h 548915"/>
                <a:gd name="connsiteX49" fmla="*/ 113550 w 607578"/>
                <a:gd name="connsiteY49" fmla="*/ 443659 h 548915"/>
                <a:gd name="connsiteX50" fmla="*/ 106430 w 607578"/>
                <a:gd name="connsiteY50" fmla="*/ 436550 h 548915"/>
                <a:gd name="connsiteX51" fmla="*/ 99309 w 607578"/>
                <a:gd name="connsiteY51" fmla="*/ 443659 h 548915"/>
                <a:gd name="connsiteX52" fmla="*/ 92189 w 607578"/>
                <a:gd name="connsiteY52" fmla="*/ 471472 h 548915"/>
                <a:gd name="connsiteX53" fmla="*/ 54806 w 607578"/>
                <a:gd name="connsiteY53" fmla="*/ 509326 h 548915"/>
                <a:gd name="connsiteX54" fmla="*/ 40476 w 607578"/>
                <a:gd name="connsiteY54" fmla="*/ 541138 h 548915"/>
                <a:gd name="connsiteX55" fmla="*/ 22853 w 607578"/>
                <a:gd name="connsiteY55" fmla="*/ 547713 h 548915"/>
                <a:gd name="connsiteX56" fmla="*/ 16267 w 607578"/>
                <a:gd name="connsiteY56" fmla="*/ 530119 h 548915"/>
                <a:gd name="connsiteX57" fmla="*/ 32466 w 607578"/>
                <a:gd name="connsiteY57" fmla="*/ 494309 h 548915"/>
                <a:gd name="connsiteX58" fmla="*/ 31843 w 607578"/>
                <a:gd name="connsiteY58" fmla="*/ 442326 h 548915"/>
                <a:gd name="connsiteX59" fmla="*/ 42257 w 607578"/>
                <a:gd name="connsiteY59" fmla="*/ 421177 h 548915"/>
                <a:gd name="connsiteX60" fmla="*/ 10571 w 607578"/>
                <a:gd name="connsiteY60" fmla="*/ 386166 h 548915"/>
                <a:gd name="connsiteX61" fmla="*/ 68 w 607578"/>
                <a:gd name="connsiteY61" fmla="*/ 355066 h 548915"/>
                <a:gd name="connsiteX62" fmla="*/ 3984 w 607578"/>
                <a:gd name="connsiteY62" fmla="*/ 349556 h 548915"/>
                <a:gd name="connsiteX63" fmla="*/ 9325 w 607578"/>
                <a:gd name="connsiteY63" fmla="*/ 352666 h 548915"/>
                <a:gd name="connsiteX64" fmla="*/ 23387 w 607578"/>
                <a:gd name="connsiteY64" fmla="*/ 378169 h 548915"/>
                <a:gd name="connsiteX65" fmla="*/ 59702 w 607578"/>
                <a:gd name="connsiteY65" fmla="*/ 403050 h 548915"/>
                <a:gd name="connsiteX66" fmla="*/ 77325 w 607578"/>
                <a:gd name="connsiteY66" fmla="*/ 396030 h 548915"/>
                <a:gd name="connsiteX67" fmla="*/ 185733 w 607578"/>
                <a:gd name="connsiteY67" fmla="*/ 380035 h 548915"/>
                <a:gd name="connsiteX68" fmla="*/ 198283 w 607578"/>
                <a:gd name="connsiteY68" fmla="*/ 363152 h 548915"/>
                <a:gd name="connsiteX69" fmla="*/ 201755 w 607578"/>
                <a:gd name="connsiteY69" fmla="*/ 367506 h 548915"/>
                <a:gd name="connsiteX70" fmla="*/ 233263 w 607578"/>
                <a:gd name="connsiteY70" fmla="*/ 383145 h 548915"/>
                <a:gd name="connsiteX71" fmla="*/ 247949 w 607578"/>
                <a:gd name="connsiteY71" fmla="*/ 352933 h 548915"/>
                <a:gd name="connsiteX72" fmla="*/ 247147 w 607578"/>
                <a:gd name="connsiteY72" fmla="*/ 336139 h 548915"/>
                <a:gd name="connsiteX73" fmla="*/ 247414 w 607578"/>
                <a:gd name="connsiteY73" fmla="*/ 336139 h 548915"/>
                <a:gd name="connsiteX74" fmla="*/ 271268 w 607578"/>
                <a:gd name="connsiteY74" fmla="*/ 359686 h 548915"/>
                <a:gd name="connsiteX75" fmla="*/ 284530 w 607578"/>
                <a:gd name="connsiteY75" fmla="*/ 367773 h 548915"/>
                <a:gd name="connsiteX76" fmla="*/ 289069 w 607578"/>
                <a:gd name="connsiteY76" fmla="*/ 374526 h 548915"/>
                <a:gd name="connsiteX77" fmla="*/ 287022 w 607578"/>
                <a:gd name="connsiteY77" fmla="*/ 382346 h 548915"/>
                <a:gd name="connsiteX78" fmla="*/ 279189 w 607578"/>
                <a:gd name="connsiteY78" fmla="*/ 392120 h 548915"/>
                <a:gd name="connsiteX79" fmla="*/ 252221 w 607578"/>
                <a:gd name="connsiteY79" fmla="*/ 399051 h 548915"/>
                <a:gd name="connsiteX80" fmla="*/ 239493 w 607578"/>
                <a:gd name="connsiteY80" fmla="*/ 399407 h 548915"/>
                <a:gd name="connsiteX81" fmla="*/ 234331 w 607578"/>
                <a:gd name="connsiteY81" fmla="*/ 403228 h 548915"/>
                <a:gd name="connsiteX82" fmla="*/ 276875 w 607578"/>
                <a:gd name="connsiteY82" fmla="*/ 426064 h 548915"/>
                <a:gd name="connsiteX83" fmla="*/ 327074 w 607578"/>
                <a:gd name="connsiteY83" fmla="*/ 300772 h 548915"/>
                <a:gd name="connsiteX84" fmla="*/ 325917 w 607578"/>
                <a:gd name="connsiteY84" fmla="*/ 300062 h 548915"/>
                <a:gd name="connsiteX85" fmla="*/ 318708 w 607578"/>
                <a:gd name="connsiteY85" fmla="*/ 270382 h 548915"/>
                <a:gd name="connsiteX86" fmla="*/ 368640 w 607578"/>
                <a:gd name="connsiteY86" fmla="*/ 188898 h 548915"/>
                <a:gd name="connsiteX87" fmla="*/ 372912 w 607578"/>
                <a:gd name="connsiteY87" fmla="*/ 183744 h 548915"/>
                <a:gd name="connsiteX88" fmla="*/ 425426 w 607578"/>
                <a:gd name="connsiteY88" fmla="*/ 138604 h 548915"/>
                <a:gd name="connsiteX89" fmla="*/ 460316 w 607578"/>
                <a:gd name="connsiteY89" fmla="*/ 109547 h 548915"/>
                <a:gd name="connsiteX90" fmla="*/ 502931 w 607578"/>
                <a:gd name="connsiteY90" fmla="*/ 0 h 548915"/>
                <a:gd name="connsiteX91" fmla="*/ 550810 w 607578"/>
                <a:gd name="connsiteY91" fmla="*/ 47844 h 548915"/>
                <a:gd name="connsiteX92" fmla="*/ 502931 w 607578"/>
                <a:gd name="connsiteY92" fmla="*/ 95688 h 548915"/>
                <a:gd name="connsiteX93" fmla="*/ 455052 w 607578"/>
                <a:gd name="connsiteY93" fmla="*/ 47844 h 548915"/>
                <a:gd name="connsiteX94" fmla="*/ 502931 w 607578"/>
                <a:gd name="connsiteY94" fmla="*/ 0 h 548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607578" h="548915">
                  <a:moveTo>
                    <a:pt x="226468" y="328213"/>
                  </a:moveTo>
                  <a:cubicBezTo>
                    <a:pt x="229994" y="329013"/>
                    <a:pt x="232619" y="330770"/>
                    <a:pt x="233420" y="333037"/>
                  </a:cubicBezTo>
                  <a:cubicBezTo>
                    <a:pt x="235022" y="337572"/>
                    <a:pt x="237781" y="367983"/>
                    <a:pt x="228971" y="371096"/>
                  </a:cubicBezTo>
                  <a:cubicBezTo>
                    <a:pt x="220160" y="374208"/>
                    <a:pt x="203162" y="348776"/>
                    <a:pt x="201560" y="344330"/>
                  </a:cubicBezTo>
                  <a:cubicBezTo>
                    <a:pt x="199958" y="339795"/>
                    <a:pt x="205387" y="332237"/>
                    <a:pt x="214108" y="329124"/>
                  </a:cubicBezTo>
                  <a:cubicBezTo>
                    <a:pt x="218514" y="327568"/>
                    <a:pt x="222941" y="327413"/>
                    <a:pt x="226468" y="328213"/>
                  </a:cubicBezTo>
                  <a:close/>
                  <a:moveTo>
                    <a:pt x="460316" y="109547"/>
                  </a:moveTo>
                  <a:lnTo>
                    <a:pt x="517813" y="114434"/>
                  </a:lnTo>
                  <a:cubicBezTo>
                    <a:pt x="535614" y="116033"/>
                    <a:pt x="548787" y="131673"/>
                    <a:pt x="547274" y="149445"/>
                  </a:cubicBezTo>
                  <a:lnTo>
                    <a:pt x="541845" y="212624"/>
                  </a:lnTo>
                  <a:lnTo>
                    <a:pt x="512473" y="147490"/>
                  </a:lnTo>
                  <a:lnTo>
                    <a:pt x="526180" y="228707"/>
                  </a:lnTo>
                  <a:lnTo>
                    <a:pt x="594714" y="259186"/>
                  </a:lnTo>
                  <a:cubicBezTo>
                    <a:pt x="606196" y="264340"/>
                    <a:pt x="611002" y="278113"/>
                    <a:pt x="604950" y="289310"/>
                  </a:cubicBezTo>
                  <a:cubicBezTo>
                    <a:pt x="599698" y="298995"/>
                    <a:pt x="587594" y="303438"/>
                    <a:pt x="577091" y="298729"/>
                  </a:cubicBezTo>
                  <a:lnTo>
                    <a:pt x="497876" y="263540"/>
                  </a:lnTo>
                  <a:cubicBezTo>
                    <a:pt x="491290" y="260519"/>
                    <a:pt x="486572" y="254477"/>
                    <a:pt x="485326" y="247368"/>
                  </a:cubicBezTo>
                  <a:lnTo>
                    <a:pt x="470195" y="157620"/>
                  </a:lnTo>
                  <a:cubicBezTo>
                    <a:pt x="464054" y="253766"/>
                    <a:pt x="464232" y="247368"/>
                    <a:pt x="464855" y="250833"/>
                  </a:cubicBezTo>
                  <a:cubicBezTo>
                    <a:pt x="467169" y="264873"/>
                    <a:pt x="476426" y="276691"/>
                    <a:pt x="489421" y="282467"/>
                  </a:cubicBezTo>
                  <a:lnTo>
                    <a:pt x="533300" y="302016"/>
                  </a:lnTo>
                  <a:lnTo>
                    <a:pt x="569793" y="382612"/>
                  </a:lnTo>
                  <a:cubicBezTo>
                    <a:pt x="570505" y="384212"/>
                    <a:pt x="571039" y="385811"/>
                    <a:pt x="571395" y="387588"/>
                  </a:cubicBezTo>
                  <a:lnTo>
                    <a:pt x="600944" y="517145"/>
                  </a:lnTo>
                  <a:cubicBezTo>
                    <a:pt x="604149" y="531185"/>
                    <a:pt x="595337" y="545047"/>
                    <a:pt x="581363" y="548246"/>
                  </a:cubicBezTo>
                  <a:cubicBezTo>
                    <a:pt x="567300" y="551445"/>
                    <a:pt x="553416" y="542648"/>
                    <a:pt x="550211" y="528697"/>
                  </a:cubicBezTo>
                  <a:lnTo>
                    <a:pt x="521285" y="401628"/>
                  </a:lnTo>
                  <a:lnTo>
                    <a:pt x="479719" y="309836"/>
                  </a:lnTo>
                  <a:lnTo>
                    <a:pt x="466012" y="308681"/>
                  </a:lnTo>
                  <a:lnTo>
                    <a:pt x="480787" y="402694"/>
                  </a:lnTo>
                  <a:cubicBezTo>
                    <a:pt x="481499" y="407137"/>
                    <a:pt x="480965" y="411669"/>
                    <a:pt x="479452" y="415846"/>
                  </a:cubicBezTo>
                  <a:lnTo>
                    <a:pt x="435483" y="532074"/>
                  </a:lnTo>
                  <a:cubicBezTo>
                    <a:pt x="430410" y="545492"/>
                    <a:pt x="415457" y="552245"/>
                    <a:pt x="401928" y="547180"/>
                  </a:cubicBezTo>
                  <a:cubicBezTo>
                    <a:pt x="388488" y="542115"/>
                    <a:pt x="381724" y="527187"/>
                    <a:pt x="386797" y="513769"/>
                  </a:cubicBezTo>
                  <a:lnTo>
                    <a:pt x="428274" y="403938"/>
                  </a:lnTo>
                  <a:cubicBezTo>
                    <a:pt x="420797" y="356310"/>
                    <a:pt x="416614" y="329385"/>
                    <a:pt x="414211" y="314101"/>
                  </a:cubicBezTo>
                  <a:cubicBezTo>
                    <a:pt x="412520" y="303349"/>
                    <a:pt x="412164" y="292242"/>
                    <a:pt x="413054" y="281401"/>
                  </a:cubicBezTo>
                  <a:lnTo>
                    <a:pt x="420085" y="200272"/>
                  </a:lnTo>
                  <a:lnTo>
                    <a:pt x="403797" y="214312"/>
                  </a:lnTo>
                  <a:lnTo>
                    <a:pt x="355645" y="292953"/>
                  </a:lnTo>
                  <a:cubicBezTo>
                    <a:pt x="353242" y="296951"/>
                    <a:pt x="349682" y="299795"/>
                    <a:pt x="345677" y="301572"/>
                  </a:cubicBezTo>
                  <a:cubicBezTo>
                    <a:pt x="340514" y="346891"/>
                    <a:pt x="323158" y="430685"/>
                    <a:pt x="282572" y="443747"/>
                  </a:cubicBezTo>
                  <a:cubicBezTo>
                    <a:pt x="261655" y="450412"/>
                    <a:pt x="241896" y="437616"/>
                    <a:pt x="226498" y="422066"/>
                  </a:cubicBezTo>
                  <a:cubicBezTo>
                    <a:pt x="220891" y="437883"/>
                    <a:pt x="213770" y="456454"/>
                    <a:pt x="207362" y="468184"/>
                  </a:cubicBezTo>
                  <a:lnTo>
                    <a:pt x="212880" y="534562"/>
                  </a:lnTo>
                  <a:cubicBezTo>
                    <a:pt x="213414" y="541848"/>
                    <a:pt x="207985" y="548246"/>
                    <a:pt x="200687" y="548868"/>
                  </a:cubicBezTo>
                  <a:cubicBezTo>
                    <a:pt x="193388" y="549490"/>
                    <a:pt x="186980" y="543981"/>
                    <a:pt x="186357" y="536695"/>
                  </a:cubicBezTo>
                  <a:lnTo>
                    <a:pt x="181461" y="477425"/>
                  </a:lnTo>
                  <a:cubicBezTo>
                    <a:pt x="163571" y="475293"/>
                    <a:pt x="135267" y="471916"/>
                    <a:pt x="108833" y="468450"/>
                  </a:cubicBezTo>
                  <a:cubicBezTo>
                    <a:pt x="111859" y="460986"/>
                    <a:pt x="113550" y="452545"/>
                    <a:pt x="113550" y="443659"/>
                  </a:cubicBezTo>
                  <a:cubicBezTo>
                    <a:pt x="113550" y="439749"/>
                    <a:pt x="110346" y="436550"/>
                    <a:pt x="106430" y="436550"/>
                  </a:cubicBezTo>
                  <a:cubicBezTo>
                    <a:pt x="102513" y="436550"/>
                    <a:pt x="99309" y="439749"/>
                    <a:pt x="99309" y="443659"/>
                  </a:cubicBezTo>
                  <a:cubicBezTo>
                    <a:pt x="99309" y="453877"/>
                    <a:pt x="96639" y="463652"/>
                    <a:pt x="92189" y="471472"/>
                  </a:cubicBezTo>
                  <a:cubicBezTo>
                    <a:pt x="86047" y="482313"/>
                    <a:pt x="68958" y="501506"/>
                    <a:pt x="54806" y="509326"/>
                  </a:cubicBezTo>
                  <a:lnTo>
                    <a:pt x="40476" y="541138"/>
                  </a:lnTo>
                  <a:cubicBezTo>
                    <a:pt x="37450" y="547802"/>
                    <a:pt x="29529" y="550734"/>
                    <a:pt x="22853" y="547713"/>
                  </a:cubicBezTo>
                  <a:cubicBezTo>
                    <a:pt x="16178" y="544692"/>
                    <a:pt x="13241" y="536872"/>
                    <a:pt x="16267" y="530119"/>
                  </a:cubicBezTo>
                  <a:lnTo>
                    <a:pt x="32466" y="494309"/>
                  </a:lnTo>
                  <a:cubicBezTo>
                    <a:pt x="30063" y="479291"/>
                    <a:pt x="29885" y="456632"/>
                    <a:pt x="31843" y="442326"/>
                  </a:cubicBezTo>
                  <a:cubicBezTo>
                    <a:pt x="33089" y="436017"/>
                    <a:pt x="37717" y="425620"/>
                    <a:pt x="42257" y="421177"/>
                  </a:cubicBezTo>
                  <a:cubicBezTo>
                    <a:pt x="28105" y="412291"/>
                    <a:pt x="17691" y="400117"/>
                    <a:pt x="10571" y="386166"/>
                  </a:cubicBezTo>
                  <a:cubicBezTo>
                    <a:pt x="5764" y="376836"/>
                    <a:pt x="1848" y="365818"/>
                    <a:pt x="68" y="355066"/>
                  </a:cubicBezTo>
                  <a:cubicBezTo>
                    <a:pt x="-377" y="352489"/>
                    <a:pt x="1403" y="350001"/>
                    <a:pt x="3984" y="349556"/>
                  </a:cubicBezTo>
                  <a:cubicBezTo>
                    <a:pt x="6298" y="349112"/>
                    <a:pt x="8523" y="350534"/>
                    <a:pt x="9325" y="352666"/>
                  </a:cubicBezTo>
                  <a:cubicBezTo>
                    <a:pt x="12618" y="361819"/>
                    <a:pt x="17780" y="370883"/>
                    <a:pt x="23387" y="378169"/>
                  </a:cubicBezTo>
                  <a:cubicBezTo>
                    <a:pt x="32644" y="390254"/>
                    <a:pt x="44482" y="399140"/>
                    <a:pt x="59702" y="403050"/>
                  </a:cubicBezTo>
                  <a:cubicBezTo>
                    <a:pt x="64953" y="399407"/>
                    <a:pt x="70916" y="397007"/>
                    <a:pt x="77325" y="396030"/>
                  </a:cubicBezTo>
                  <a:lnTo>
                    <a:pt x="185733" y="380035"/>
                  </a:lnTo>
                  <a:cubicBezTo>
                    <a:pt x="185733" y="380035"/>
                    <a:pt x="191608" y="372038"/>
                    <a:pt x="198283" y="363152"/>
                  </a:cubicBezTo>
                  <a:cubicBezTo>
                    <a:pt x="199440" y="364662"/>
                    <a:pt x="200598" y="366173"/>
                    <a:pt x="201755" y="367506"/>
                  </a:cubicBezTo>
                  <a:cubicBezTo>
                    <a:pt x="209943" y="377458"/>
                    <a:pt x="220980" y="387410"/>
                    <a:pt x="233263" y="383145"/>
                  </a:cubicBezTo>
                  <a:cubicBezTo>
                    <a:pt x="247325" y="378169"/>
                    <a:pt x="247770" y="359153"/>
                    <a:pt x="247949" y="352933"/>
                  </a:cubicBezTo>
                  <a:cubicBezTo>
                    <a:pt x="248127" y="347779"/>
                    <a:pt x="247770" y="341381"/>
                    <a:pt x="247147" y="336139"/>
                  </a:cubicBezTo>
                  <a:lnTo>
                    <a:pt x="247414" y="336139"/>
                  </a:lnTo>
                  <a:cubicBezTo>
                    <a:pt x="259163" y="338982"/>
                    <a:pt x="268331" y="348046"/>
                    <a:pt x="271268" y="359686"/>
                  </a:cubicBezTo>
                  <a:lnTo>
                    <a:pt x="284530" y="367773"/>
                  </a:lnTo>
                  <a:cubicBezTo>
                    <a:pt x="286933" y="369283"/>
                    <a:pt x="288624" y="371771"/>
                    <a:pt x="289069" y="374526"/>
                  </a:cubicBezTo>
                  <a:cubicBezTo>
                    <a:pt x="289603" y="377280"/>
                    <a:pt x="288802" y="380124"/>
                    <a:pt x="287022" y="382346"/>
                  </a:cubicBezTo>
                  <a:lnTo>
                    <a:pt x="279189" y="392120"/>
                  </a:lnTo>
                  <a:cubicBezTo>
                    <a:pt x="272692" y="400117"/>
                    <a:pt x="261744" y="402961"/>
                    <a:pt x="252221" y="399051"/>
                  </a:cubicBezTo>
                  <a:cubicBezTo>
                    <a:pt x="248127" y="397452"/>
                    <a:pt x="243587" y="397540"/>
                    <a:pt x="239493" y="399407"/>
                  </a:cubicBezTo>
                  <a:cubicBezTo>
                    <a:pt x="237535" y="400295"/>
                    <a:pt x="235755" y="401628"/>
                    <a:pt x="234331" y="403228"/>
                  </a:cubicBezTo>
                  <a:cubicBezTo>
                    <a:pt x="250975" y="422066"/>
                    <a:pt x="265305" y="429796"/>
                    <a:pt x="276875" y="426064"/>
                  </a:cubicBezTo>
                  <a:cubicBezTo>
                    <a:pt x="304200" y="417356"/>
                    <a:pt x="321556" y="347779"/>
                    <a:pt x="327074" y="300772"/>
                  </a:cubicBezTo>
                  <a:cubicBezTo>
                    <a:pt x="326718" y="300595"/>
                    <a:pt x="326273" y="300328"/>
                    <a:pt x="325917" y="300062"/>
                  </a:cubicBezTo>
                  <a:cubicBezTo>
                    <a:pt x="315682" y="293841"/>
                    <a:pt x="312478" y="280601"/>
                    <a:pt x="318708" y="270382"/>
                  </a:cubicBezTo>
                  <a:lnTo>
                    <a:pt x="368640" y="188898"/>
                  </a:lnTo>
                  <a:cubicBezTo>
                    <a:pt x="369797" y="186943"/>
                    <a:pt x="371221" y="185255"/>
                    <a:pt x="372912" y="183744"/>
                  </a:cubicBezTo>
                  <a:lnTo>
                    <a:pt x="425426" y="138604"/>
                  </a:lnTo>
                  <a:cubicBezTo>
                    <a:pt x="427117" y="121009"/>
                    <a:pt x="442693" y="108036"/>
                    <a:pt x="460316" y="109547"/>
                  </a:cubicBezTo>
                  <a:close/>
                  <a:moveTo>
                    <a:pt x="502931" y="0"/>
                  </a:moveTo>
                  <a:cubicBezTo>
                    <a:pt x="529374" y="0"/>
                    <a:pt x="550810" y="21420"/>
                    <a:pt x="550810" y="47844"/>
                  </a:cubicBezTo>
                  <a:cubicBezTo>
                    <a:pt x="550810" y="74268"/>
                    <a:pt x="529374" y="95688"/>
                    <a:pt x="502931" y="95688"/>
                  </a:cubicBezTo>
                  <a:cubicBezTo>
                    <a:pt x="476488" y="95688"/>
                    <a:pt x="455052" y="74268"/>
                    <a:pt x="455052" y="47844"/>
                  </a:cubicBezTo>
                  <a:cubicBezTo>
                    <a:pt x="455052" y="21420"/>
                    <a:pt x="476488" y="0"/>
                    <a:pt x="50293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4" name="Group 17"/>
          <p:cNvGrpSpPr/>
          <p:nvPr/>
        </p:nvGrpSpPr>
        <p:grpSpPr>
          <a:xfrm>
            <a:off x="2927140" y="4311073"/>
            <a:ext cx="450554" cy="450554"/>
            <a:chOff x="1773036" y="5671897"/>
            <a:chExt cx="600738" cy="600738"/>
          </a:xfrm>
        </p:grpSpPr>
        <p:sp>
          <p:nvSpPr>
            <p:cNvPr id="25" name="椭圆 24"/>
            <p:cNvSpPr/>
            <p:nvPr/>
          </p:nvSpPr>
          <p:spPr>
            <a:xfrm>
              <a:off x="1773036" y="5671897"/>
              <a:ext cx="600738" cy="60073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dog-kennel_64436"/>
            <p:cNvSpPr>
              <a:spLocks noChangeAspect="1"/>
            </p:cNvSpPr>
            <p:nvPr/>
          </p:nvSpPr>
          <p:spPr bwMode="auto">
            <a:xfrm>
              <a:off x="1920984" y="5826625"/>
              <a:ext cx="304841" cy="291282"/>
            </a:xfrm>
            <a:custGeom>
              <a:avLst/>
              <a:gdLst>
                <a:gd name="connsiteX0" fmla="*/ 193491 w 607639"/>
                <a:gd name="connsiteY0" fmla="*/ 448937 h 580612"/>
                <a:gd name="connsiteX1" fmla="*/ 206687 w 607639"/>
                <a:gd name="connsiteY1" fmla="*/ 462062 h 580612"/>
                <a:gd name="connsiteX2" fmla="*/ 193491 w 607639"/>
                <a:gd name="connsiteY2" fmla="*/ 475187 h 580612"/>
                <a:gd name="connsiteX3" fmla="*/ 180295 w 607639"/>
                <a:gd name="connsiteY3" fmla="*/ 462062 h 580612"/>
                <a:gd name="connsiteX4" fmla="*/ 193491 w 607639"/>
                <a:gd name="connsiteY4" fmla="*/ 448937 h 580612"/>
                <a:gd name="connsiteX5" fmla="*/ 138097 w 607639"/>
                <a:gd name="connsiteY5" fmla="*/ 448937 h 580612"/>
                <a:gd name="connsiteX6" fmla="*/ 151293 w 607639"/>
                <a:gd name="connsiteY6" fmla="*/ 462062 h 580612"/>
                <a:gd name="connsiteX7" fmla="*/ 138097 w 607639"/>
                <a:gd name="connsiteY7" fmla="*/ 475187 h 580612"/>
                <a:gd name="connsiteX8" fmla="*/ 124901 w 607639"/>
                <a:gd name="connsiteY8" fmla="*/ 462062 h 580612"/>
                <a:gd name="connsiteX9" fmla="*/ 138097 w 607639"/>
                <a:gd name="connsiteY9" fmla="*/ 448937 h 580612"/>
                <a:gd name="connsiteX10" fmla="*/ 82632 w 607639"/>
                <a:gd name="connsiteY10" fmla="*/ 448937 h 580612"/>
                <a:gd name="connsiteX11" fmla="*/ 95828 w 607639"/>
                <a:gd name="connsiteY11" fmla="*/ 462062 h 580612"/>
                <a:gd name="connsiteX12" fmla="*/ 82632 w 607639"/>
                <a:gd name="connsiteY12" fmla="*/ 475187 h 580612"/>
                <a:gd name="connsiteX13" fmla="*/ 69436 w 607639"/>
                <a:gd name="connsiteY13" fmla="*/ 462062 h 580612"/>
                <a:gd name="connsiteX14" fmla="*/ 82632 w 607639"/>
                <a:gd name="connsiteY14" fmla="*/ 448937 h 580612"/>
                <a:gd name="connsiteX15" fmla="*/ 468346 w 607639"/>
                <a:gd name="connsiteY15" fmla="*/ 405175 h 580612"/>
                <a:gd name="connsiteX16" fmla="*/ 468346 w 607639"/>
                <a:gd name="connsiteY16" fmla="*/ 441880 h 580612"/>
                <a:gd name="connsiteX17" fmla="*/ 480984 w 607639"/>
                <a:gd name="connsiteY17" fmla="*/ 441880 h 580612"/>
                <a:gd name="connsiteX18" fmla="*/ 501278 w 607639"/>
                <a:gd name="connsiteY18" fmla="*/ 462055 h 580612"/>
                <a:gd name="connsiteX19" fmla="*/ 480984 w 607639"/>
                <a:gd name="connsiteY19" fmla="*/ 482318 h 580612"/>
                <a:gd name="connsiteX20" fmla="*/ 468346 w 607639"/>
                <a:gd name="connsiteY20" fmla="*/ 482318 h 580612"/>
                <a:gd name="connsiteX21" fmla="*/ 468346 w 607639"/>
                <a:gd name="connsiteY21" fmla="*/ 518934 h 580612"/>
                <a:gd name="connsiteX22" fmla="*/ 567142 w 607639"/>
                <a:gd name="connsiteY22" fmla="*/ 518934 h 580612"/>
                <a:gd name="connsiteX23" fmla="*/ 567142 w 607639"/>
                <a:gd name="connsiteY23" fmla="*/ 405175 h 580612"/>
                <a:gd name="connsiteX24" fmla="*/ 40497 w 607639"/>
                <a:gd name="connsiteY24" fmla="*/ 405175 h 580612"/>
                <a:gd name="connsiteX25" fmla="*/ 40497 w 607639"/>
                <a:gd name="connsiteY25" fmla="*/ 518934 h 580612"/>
                <a:gd name="connsiteX26" fmla="*/ 235597 w 607639"/>
                <a:gd name="connsiteY26" fmla="*/ 518934 h 580612"/>
                <a:gd name="connsiteX27" fmla="*/ 235597 w 607639"/>
                <a:gd name="connsiteY27" fmla="*/ 405175 h 580612"/>
                <a:gd name="connsiteX28" fmla="*/ 276183 w 607639"/>
                <a:gd name="connsiteY28" fmla="*/ 384023 h 580612"/>
                <a:gd name="connsiteX29" fmla="*/ 276183 w 607639"/>
                <a:gd name="connsiteY29" fmla="*/ 384912 h 580612"/>
                <a:gd name="connsiteX30" fmla="*/ 276183 w 607639"/>
                <a:gd name="connsiteY30" fmla="*/ 539197 h 580612"/>
                <a:gd name="connsiteX31" fmla="*/ 276183 w 607639"/>
                <a:gd name="connsiteY31" fmla="*/ 540175 h 580612"/>
                <a:gd name="connsiteX32" fmla="*/ 427848 w 607639"/>
                <a:gd name="connsiteY32" fmla="*/ 540175 h 580612"/>
                <a:gd name="connsiteX33" fmla="*/ 427848 w 607639"/>
                <a:gd name="connsiteY33" fmla="*/ 539197 h 580612"/>
                <a:gd name="connsiteX34" fmla="*/ 427848 w 607639"/>
                <a:gd name="connsiteY34" fmla="*/ 482318 h 580612"/>
                <a:gd name="connsiteX35" fmla="*/ 415121 w 607639"/>
                <a:gd name="connsiteY35" fmla="*/ 482318 h 580612"/>
                <a:gd name="connsiteX36" fmla="*/ 394916 w 607639"/>
                <a:gd name="connsiteY36" fmla="*/ 462055 h 580612"/>
                <a:gd name="connsiteX37" fmla="*/ 415121 w 607639"/>
                <a:gd name="connsiteY37" fmla="*/ 441880 h 580612"/>
                <a:gd name="connsiteX38" fmla="*/ 427848 w 607639"/>
                <a:gd name="connsiteY38" fmla="*/ 441880 h 580612"/>
                <a:gd name="connsiteX39" fmla="*/ 427848 w 607639"/>
                <a:gd name="connsiteY39" fmla="*/ 384023 h 580612"/>
                <a:gd name="connsiteX40" fmla="*/ 138047 w 607639"/>
                <a:gd name="connsiteY40" fmla="*/ 40437 h 580612"/>
                <a:gd name="connsiteX41" fmla="*/ 94880 w 607639"/>
                <a:gd name="connsiteY41" fmla="*/ 83541 h 580612"/>
                <a:gd name="connsiteX42" fmla="*/ 138047 w 607639"/>
                <a:gd name="connsiteY42" fmla="*/ 126645 h 580612"/>
                <a:gd name="connsiteX43" fmla="*/ 181215 w 607639"/>
                <a:gd name="connsiteY43" fmla="*/ 83541 h 580612"/>
                <a:gd name="connsiteX44" fmla="*/ 138047 w 607639"/>
                <a:gd name="connsiteY44" fmla="*/ 40437 h 580612"/>
                <a:gd name="connsiteX45" fmla="*/ 138047 w 607639"/>
                <a:gd name="connsiteY45" fmla="*/ 0 h 580612"/>
                <a:gd name="connsiteX46" fmla="*/ 221712 w 607639"/>
                <a:gd name="connsiteY46" fmla="*/ 83541 h 580612"/>
                <a:gd name="connsiteX47" fmla="*/ 158340 w 607639"/>
                <a:gd name="connsiteY47" fmla="*/ 164594 h 580612"/>
                <a:gd name="connsiteX48" fmla="*/ 158340 w 607639"/>
                <a:gd name="connsiteY48" fmla="*/ 165394 h 580612"/>
                <a:gd name="connsiteX49" fmla="*/ 181126 w 607639"/>
                <a:gd name="connsiteY49" fmla="*/ 188146 h 580612"/>
                <a:gd name="connsiteX50" fmla="*/ 508576 w 607639"/>
                <a:gd name="connsiteY50" fmla="*/ 188146 h 580612"/>
                <a:gd name="connsiteX51" fmla="*/ 571948 w 607639"/>
                <a:gd name="connsiteY51" fmla="*/ 251424 h 580612"/>
                <a:gd name="connsiteX52" fmla="*/ 508576 w 607639"/>
                <a:gd name="connsiteY52" fmla="*/ 314702 h 580612"/>
                <a:gd name="connsiteX53" fmla="*/ 181126 w 607639"/>
                <a:gd name="connsiteY53" fmla="*/ 314702 h 580612"/>
                <a:gd name="connsiteX54" fmla="*/ 158340 w 607639"/>
                <a:gd name="connsiteY54" fmla="*/ 337453 h 580612"/>
                <a:gd name="connsiteX55" fmla="*/ 158340 w 607639"/>
                <a:gd name="connsiteY55" fmla="*/ 364738 h 580612"/>
                <a:gd name="connsiteX56" fmla="*/ 235597 w 607639"/>
                <a:gd name="connsiteY56" fmla="*/ 364738 h 580612"/>
                <a:gd name="connsiteX57" fmla="*/ 235597 w 607639"/>
                <a:gd name="connsiteY57" fmla="*/ 363760 h 580612"/>
                <a:gd name="connsiteX58" fmla="*/ 255890 w 607639"/>
                <a:gd name="connsiteY58" fmla="*/ 343497 h 580612"/>
                <a:gd name="connsiteX59" fmla="*/ 448053 w 607639"/>
                <a:gd name="connsiteY59" fmla="*/ 343497 h 580612"/>
                <a:gd name="connsiteX60" fmla="*/ 468346 w 607639"/>
                <a:gd name="connsiteY60" fmla="*/ 363760 h 580612"/>
                <a:gd name="connsiteX61" fmla="*/ 468346 w 607639"/>
                <a:gd name="connsiteY61" fmla="*/ 364738 h 580612"/>
                <a:gd name="connsiteX62" fmla="*/ 587346 w 607639"/>
                <a:gd name="connsiteY62" fmla="*/ 364738 h 580612"/>
                <a:gd name="connsiteX63" fmla="*/ 607639 w 607639"/>
                <a:gd name="connsiteY63" fmla="*/ 384912 h 580612"/>
                <a:gd name="connsiteX64" fmla="*/ 607639 w 607639"/>
                <a:gd name="connsiteY64" fmla="*/ 539197 h 580612"/>
                <a:gd name="connsiteX65" fmla="*/ 587346 w 607639"/>
                <a:gd name="connsiteY65" fmla="*/ 559460 h 580612"/>
                <a:gd name="connsiteX66" fmla="*/ 468346 w 607639"/>
                <a:gd name="connsiteY66" fmla="*/ 559460 h 580612"/>
                <a:gd name="connsiteX67" fmla="*/ 468346 w 607639"/>
                <a:gd name="connsiteY67" fmla="*/ 560349 h 580612"/>
                <a:gd name="connsiteX68" fmla="*/ 448053 w 607639"/>
                <a:gd name="connsiteY68" fmla="*/ 580612 h 580612"/>
                <a:gd name="connsiteX69" fmla="*/ 255890 w 607639"/>
                <a:gd name="connsiteY69" fmla="*/ 580612 h 580612"/>
                <a:gd name="connsiteX70" fmla="*/ 235597 w 607639"/>
                <a:gd name="connsiteY70" fmla="*/ 560349 h 580612"/>
                <a:gd name="connsiteX71" fmla="*/ 235597 w 607639"/>
                <a:gd name="connsiteY71" fmla="*/ 559460 h 580612"/>
                <a:gd name="connsiteX72" fmla="*/ 20293 w 607639"/>
                <a:gd name="connsiteY72" fmla="*/ 559460 h 580612"/>
                <a:gd name="connsiteX73" fmla="*/ 0 w 607639"/>
                <a:gd name="connsiteY73" fmla="*/ 539197 h 580612"/>
                <a:gd name="connsiteX74" fmla="*/ 0 w 607639"/>
                <a:gd name="connsiteY74" fmla="*/ 384912 h 580612"/>
                <a:gd name="connsiteX75" fmla="*/ 20293 w 607639"/>
                <a:gd name="connsiteY75" fmla="*/ 364738 h 580612"/>
                <a:gd name="connsiteX76" fmla="*/ 117843 w 607639"/>
                <a:gd name="connsiteY76" fmla="*/ 364738 h 580612"/>
                <a:gd name="connsiteX77" fmla="*/ 117843 w 607639"/>
                <a:gd name="connsiteY77" fmla="*/ 337453 h 580612"/>
                <a:gd name="connsiteX78" fmla="*/ 181126 w 607639"/>
                <a:gd name="connsiteY78" fmla="*/ 274264 h 580612"/>
                <a:gd name="connsiteX79" fmla="*/ 508576 w 607639"/>
                <a:gd name="connsiteY79" fmla="*/ 274264 h 580612"/>
                <a:gd name="connsiteX80" fmla="*/ 531450 w 607639"/>
                <a:gd name="connsiteY80" fmla="*/ 251424 h 580612"/>
                <a:gd name="connsiteX81" fmla="*/ 508576 w 607639"/>
                <a:gd name="connsiteY81" fmla="*/ 228583 h 580612"/>
                <a:gd name="connsiteX82" fmla="*/ 181126 w 607639"/>
                <a:gd name="connsiteY82" fmla="*/ 228583 h 580612"/>
                <a:gd name="connsiteX83" fmla="*/ 117843 w 607639"/>
                <a:gd name="connsiteY83" fmla="*/ 165394 h 580612"/>
                <a:gd name="connsiteX84" fmla="*/ 117843 w 607639"/>
                <a:gd name="connsiteY84" fmla="*/ 164594 h 580612"/>
                <a:gd name="connsiteX85" fmla="*/ 54382 w 607639"/>
                <a:gd name="connsiteY85" fmla="*/ 83541 h 580612"/>
                <a:gd name="connsiteX86" fmla="*/ 138047 w 607639"/>
                <a:gd name="connsiteY86" fmla="*/ 0 h 58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607639" h="580612">
                  <a:moveTo>
                    <a:pt x="193491" y="448937"/>
                  </a:moveTo>
                  <a:cubicBezTo>
                    <a:pt x="200779" y="448937"/>
                    <a:pt x="206687" y="454813"/>
                    <a:pt x="206687" y="462062"/>
                  </a:cubicBezTo>
                  <a:cubicBezTo>
                    <a:pt x="206687" y="469311"/>
                    <a:pt x="200779" y="475187"/>
                    <a:pt x="193491" y="475187"/>
                  </a:cubicBezTo>
                  <a:cubicBezTo>
                    <a:pt x="186203" y="475187"/>
                    <a:pt x="180295" y="469311"/>
                    <a:pt x="180295" y="462062"/>
                  </a:cubicBezTo>
                  <a:cubicBezTo>
                    <a:pt x="180295" y="454813"/>
                    <a:pt x="186203" y="448937"/>
                    <a:pt x="193491" y="448937"/>
                  </a:cubicBezTo>
                  <a:close/>
                  <a:moveTo>
                    <a:pt x="138097" y="448937"/>
                  </a:moveTo>
                  <a:cubicBezTo>
                    <a:pt x="145385" y="448937"/>
                    <a:pt x="151293" y="454813"/>
                    <a:pt x="151293" y="462062"/>
                  </a:cubicBezTo>
                  <a:cubicBezTo>
                    <a:pt x="151293" y="469311"/>
                    <a:pt x="145385" y="475187"/>
                    <a:pt x="138097" y="475187"/>
                  </a:cubicBezTo>
                  <a:cubicBezTo>
                    <a:pt x="130809" y="475187"/>
                    <a:pt x="124901" y="469311"/>
                    <a:pt x="124901" y="462062"/>
                  </a:cubicBezTo>
                  <a:cubicBezTo>
                    <a:pt x="124901" y="454813"/>
                    <a:pt x="130809" y="448937"/>
                    <a:pt x="138097" y="448937"/>
                  </a:cubicBezTo>
                  <a:close/>
                  <a:moveTo>
                    <a:pt x="82632" y="448937"/>
                  </a:moveTo>
                  <a:cubicBezTo>
                    <a:pt x="89920" y="448937"/>
                    <a:pt x="95828" y="454813"/>
                    <a:pt x="95828" y="462062"/>
                  </a:cubicBezTo>
                  <a:cubicBezTo>
                    <a:pt x="95828" y="469311"/>
                    <a:pt x="89920" y="475187"/>
                    <a:pt x="82632" y="475187"/>
                  </a:cubicBezTo>
                  <a:cubicBezTo>
                    <a:pt x="75344" y="475187"/>
                    <a:pt x="69436" y="469311"/>
                    <a:pt x="69436" y="462062"/>
                  </a:cubicBezTo>
                  <a:cubicBezTo>
                    <a:pt x="69436" y="454813"/>
                    <a:pt x="75344" y="448937"/>
                    <a:pt x="82632" y="448937"/>
                  </a:cubicBezTo>
                  <a:close/>
                  <a:moveTo>
                    <a:pt x="468346" y="405175"/>
                  </a:moveTo>
                  <a:lnTo>
                    <a:pt x="468346" y="441880"/>
                  </a:lnTo>
                  <a:lnTo>
                    <a:pt x="480984" y="441880"/>
                  </a:lnTo>
                  <a:cubicBezTo>
                    <a:pt x="492199" y="441880"/>
                    <a:pt x="501278" y="450857"/>
                    <a:pt x="501278" y="462055"/>
                  </a:cubicBezTo>
                  <a:cubicBezTo>
                    <a:pt x="501278" y="473253"/>
                    <a:pt x="492199" y="482318"/>
                    <a:pt x="480984" y="482318"/>
                  </a:cubicBezTo>
                  <a:lnTo>
                    <a:pt x="468346" y="482318"/>
                  </a:lnTo>
                  <a:lnTo>
                    <a:pt x="468346" y="518934"/>
                  </a:lnTo>
                  <a:lnTo>
                    <a:pt x="567142" y="518934"/>
                  </a:lnTo>
                  <a:lnTo>
                    <a:pt x="567142" y="405175"/>
                  </a:lnTo>
                  <a:close/>
                  <a:moveTo>
                    <a:pt x="40497" y="405175"/>
                  </a:moveTo>
                  <a:lnTo>
                    <a:pt x="40497" y="518934"/>
                  </a:lnTo>
                  <a:lnTo>
                    <a:pt x="235597" y="518934"/>
                  </a:lnTo>
                  <a:lnTo>
                    <a:pt x="235597" y="405175"/>
                  </a:lnTo>
                  <a:close/>
                  <a:moveTo>
                    <a:pt x="276183" y="384023"/>
                  </a:moveTo>
                  <a:lnTo>
                    <a:pt x="276183" y="384912"/>
                  </a:lnTo>
                  <a:lnTo>
                    <a:pt x="276183" y="539197"/>
                  </a:lnTo>
                  <a:lnTo>
                    <a:pt x="276183" y="540175"/>
                  </a:lnTo>
                  <a:lnTo>
                    <a:pt x="427848" y="540175"/>
                  </a:lnTo>
                  <a:lnTo>
                    <a:pt x="427848" y="539197"/>
                  </a:lnTo>
                  <a:lnTo>
                    <a:pt x="427848" y="482318"/>
                  </a:lnTo>
                  <a:lnTo>
                    <a:pt x="415121" y="482318"/>
                  </a:lnTo>
                  <a:cubicBezTo>
                    <a:pt x="403906" y="482318"/>
                    <a:pt x="394916" y="473253"/>
                    <a:pt x="394916" y="462055"/>
                  </a:cubicBezTo>
                  <a:cubicBezTo>
                    <a:pt x="394916" y="450857"/>
                    <a:pt x="403906" y="441880"/>
                    <a:pt x="415121" y="441880"/>
                  </a:cubicBezTo>
                  <a:lnTo>
                    <a:pt x="427848" y="441880"/>
                  </a:lnTo>
                  <a:lnTo>
                    <a:pt x="427848" y="384023"/>
                  </a:lnTo>
                  <a:close/>
                  <a:moveTo>
                    <a:pt x="138047" y="40437"/>
                  </a:moveTo>
                  <a:cubicBezTo>
                    <a:pt x="114283" y="40437"/>
                    <a:pt x="94880" y="59812"/>
                    <a:pt x="94880" y="83541"/>
                  </a:cubicBezTo>
                  <a:cubicBezTo>
                    <a:pt x="94880" y="107270"/>
                    <a:pt x="114283" y="126645"/>
                    <a:pt x="138047" y="126645"/>
                  </a:cubicBezTo>
                  <a:cubicBezTo>
                    <a:pt x="161901" y="126645"/>
                    <a:pt x="181215" y="107270"/>
                    <a:pt x="181215" y="83541"/>
                  </a:cubicBezTo>
                  <a:cubicBezTo>
                    <a:pt x="181215" y="59812"/>
                    <a:pt x="161901" y="40437"/>
                    <a:pt x="138047" y="40437"/>
                  </a:cubicBezTo>
                  <a:close/>
                  <a:moveTo>
                    <a:pt x="138047" y="0"/>
                  </a:moveTo>
                  <a:cubicBezTo>
                    <a:pt x="184241" y="0"/>
                    <a:pt x="221712" y="37505"/>
                    <a:pt x="221712" y="83541"/>
                  </a:cubicBezTo>
                  <a:cubicBezTo>
                    <a:pt x="221712" y="122646"/>
                    <a:pt x="194744" y="155529"/>
                    <a:pt x="158340" y="164594"/>
                  </a:cubicBezTo>
                  <a:lnTo>
                    <a:pt x="158340" y="165394"/>
                  </a:lnTo>
                  <a:cubicBezTo>
                    <a:pt x="158340" y="177925"/>
                    <a:pt x="168576" y="188146"/>
                    <a:pt x="181126" y="188146"/>
                  </a:cubicBezTo>
                  <a:lnTo>
                    <a:pt x="508576" y="188146"/>
                  </a:lnTo>
                  <a:cubicBezTo>
                    <a:pt x="543555" y="188146"/>
                    <a:pt x="571948" y="216496"/>
                    <a:pt x="571948" y="251424"/>
                  </a:cubicBezTo>
                  <a:cubicBezTo>
                    <a:pt x="571948" y="286262"/>
                    <a:pt x="543555" y="314702"/>
                    <a:pt x="508576" y="314702"/>
                  </a:cubicBezTo>
                  <a:lnTo>
                    <a:pt x="181126" y="314702"/>
                  </a:lnTo>
                  <a:cubicBezTo>
                    <a:pt x="168576" y="314702"/>
                    <a:pt x="158340" y="324922"/>
                    <a:pt x="158340" y="337453"/>
                  </a:cubicBezTo>
                  <a:lnTo>
                    <a:pt x="158340" y="364738"/>
                  </a:lnTo>
                  <a:lnTo>
                    <a:pt x="235597" y="364738"/>
                  </a:lnTo>
                  <a:lnTo>
                    <a:pt x="235597" y="363760"/>
                  </a:lnTo>
                  <a:cubicBezTo>
                    <a:pt x="235597" y="352562"/>
                    <a:pt x="244676" y="343497"/>
                    <a:pt x="255890" y="343497"/>
                  </a:cubicBezTo>
                  <a:lnTo>
                    <a:pt x="448053" y="343497"/>
                  </a:lnTo>
                  <a:cubicBezTo>
                    <a:pt x="459267" y="343497"/>
                    <a:pt x="468346" y="352562"/>
                    <a:pt x="468346" y="363760"/>
                  </a:cubicBezTo>
                  <a:lnTo>
                    <a:pt x="468346" y="364738"/>
                  </a:lnTo>
                  <a:lnTo>
                    <a:pt x="587346" y="364738"/>
                  </a:lnTo>
                  <a:cubicBezTo>
                    <a:pt x="598560" y="364738"/>
                    <a:pt x="607639" y="373803"/>
                    <a:pt x="607639" y="384912"/>
                  </a:cubicBezTo>
                  <a:lnTo>
                    <a:pt x="607639" y="539197"/>
                  </a:lnTo>
                  <a:cubicBezTo>
                    <a:pt x="607639" y="550395"/>
                    <a:pt x="598560" y="559460"/>
                    <a:pt x="587346" y="559460"/>
                  </a:cubicBezTo>
                  <a:lnTo>
                    <a:pt x="468346" y="559460"/>
                  </a:lnTo>
                  <a:lnTo>
                    <a:pt x="468346" y="560349"/>
                  </a:lnTo>
                  <a:cubicBezTo>
                    <a:pt x="468346" y="571547"/>
                    <a:pt x="459267" y="580612"/>
                    <a:pt x="448053" y="580612"/>
                  </a:cubicBezTo>
                  <a:lnTo>
                    <a:pt x="255890" y="580612"/>
                  </a:lnTo>
                  <a:cubicBezTo>
                    <a:pt x="244676" y="580612"/>
                    <a:pt x="235597" y="571547"/>
                    <a:pt x="235597" y="560349"/>
                  </a:cubicBezTo>
                  <a:lnTo>
                    <a:pt x="235597" y="559460"/>
                  </a:lnTo>
                  <a:lnTo>
                    <a:pt x="20293" y="559460"/>
                  </a:lnTo>
                  <a:cubicBezTo>
                    <a:pt x="9079" y="559460"/>
                    <a:pt x="0" y="550395"/>
                    <a:pt x="0" y="539197"/>
                  </a:cubicBezTo>
                  <a:lnTo>
                    <a:pt x="0" y="384912"/>
                  </a:lnTo>
                  <a:cubicBezTo>
                    <a:pt x="0" y="373803"/>
                    <a:pt x="9079" y="364738"/>
                    <a:pt x="20293" y="364738"/>
                  </a:cubicBezTo>
                  <a:lnTo>
                    <a:pt x="117843" y="364738"/>
                  </a:lnTo>
                  <a:lnTo>
                    <a:pt x="117843" y="337453"/>
                  </a:lnTo>
                  <a:cubicBezTo>
                    <a:pt x="117843" y="302615"/>
                    <a:pt x="146236" y="274264"/>
                    <a:pt x="181126" y="274264"/>
                  </a:cubicBezTo>
                  <a:lnTo>
                    <a:pt x="508576" y="274264"/>
                  </a:lnTo>
                  <a:cubicBezTo>
                    <a:pt x="521215" y="274264"/>
                    <a:pt x="531450" y="263955"/>
                    <a:pt x="531450" y="251424"/>
                  </a:cubicBezTo>
                  <a:cubicBezTo>
                    <a:pt x="531450" y="238804"/>
                    <a:pt x="521215" y="228583"/>
                    <a:pt x="508576" y="228583"/>
                  </a:cubicBezTo>
                  <a:lnTo>
                    <a:pt x="181126" y="228583"/>
                  </a:lnTo>
                  <a:cubicBezTo>
                    <a:pt x="146236" y="228583"/>
                    <a:pt x="117843" y="200232"/>
                    <a:pt x="117843" y="165394"/>
                  </a:cubicBezTo>
                  <a:lnTo>
                    <a:pt x="117843" y="164594"/>
                  </a:lnTo>
                  <a:cubicBezTo>
                    <a:pt x="81440" y="155529"/>
                    <a:pt x="54382" y="122646"/>
                    <a:pt x="54382" y="83541"/>
                  </a:cubicBezTo>
                  <a:cubicBezTo>
                    <a:pt x="54382" y="37505"/>
                    <a:pt x="91942" y="0"/>
                    <a:pt x="13804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5586600" y="3650750"/>
            <a:ext cx="3232547" cy="37702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1000" spc="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让“毛孩子”更快乐，让“铲屎官”更省心</a:t>
            </a:r>
            <a:endParaRPr lang="zh-CN" altLang="en-US" sz="1000" spc="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9" name="矩形 28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0" grpId="0"/>
      <p:bldP spid="11" grpId="0"/>
      <p:bldP spid="27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3" name="矩形 12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" y="633988"/>
            <a:ext cx="91440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900" b="1" spc="200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项目“萌宠乐园”</a:t>
            </a:r>
            <a:r>
              <a:rPr lang="en-US" altLang="zh-CN" sz="1900" b="1" spc="200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900" b="1" spc="200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大功能服务板块：</a:t>
            </a:r>
            <a:endParaRPr lang="zh-CN" altLang="en-US" sz="1900" b="1" spc="2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331393" y="1626788"/>
            <a:ext cx="1596293" cy="515017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8" name="TextBox 7"/>
          <p:cNvSpPr txBox="1"/>
          <p:nvPr/>
        </p:nvSpPr>
        <p:spPr>
          <a:xfrm>
            <a:off x="1543952" y="1644700"/>
            <a:ext cx="1311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萌宠</a:t>
            </a:r>
            <a:r>
              <a:rPr lang="zh-CN" altLang="en-US" spc="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美容</a:t>
            </a:r>
            <a:endParaRPr lang="zh-CN" altLang="en-US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95301" y="1902390"/>
            <a:ext cx="19131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Pet Grooming</a:t>
            </a:r>
            <a:endParaRPr lang="en-US" altLang="zh-CN" sz="8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93" y="1242430"/>
            <a:ext cx="1098446" cy="98107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圆角矩形 10"/>
          <p:cNvSpPr/>
          <p:nvPr/>
        </p:nvSpPr>
        <p:spPr>
          <a:xfrm>
            <a:off x="4114681" y="1626789"/>
            <a:ext cx="1596293" cy="515017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6" name="圆角矩形 15"/>
          <p:cNvSpPr/>
          <p:nvPr/>
        </p:nvSpPr>
        <p:spPr>
          <a:xfrm>
            <a:off x="6962136" y="1626789"/>
            <a:ext cx="1596293" cy="515017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0" name="圆角矩形 19"/>
          <p:cNvSpPr/>
          <p:nvPr/>
        </p:nvSpPr>
        <p:spPr>
          <a:xfrm>
            <a:off x="1331394" y="2870044"/>
            <a:ext cx="1596293" cy="515017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2" name="TextBox 21"/>
          <p:cNvSpPr txBox="1"/>
          <p:nvPr/>
        </p:nvSpPr>
        <p:spPr>
          <a:xfrm>
            <a:off x="1295302" y="3145646"/>
            <a:ext cx="19131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Pet  adoption</a:t>
            </a:r>
            <a:endParaRPr lang="en-US" altLang="zh-CN" sz="8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114682" y="2870045"/>
            <a:ext cx="1596293" cy="515017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8" name="圆角矩形 27"/>
          <p:cNvSpPr/>
          <p:nvPr/>
        </p:nvSpPr>
        <p:spPr>
          <a:xfrm>
            <a:off x="6962137" y="2870045"/>
            <a:ext cx="1596293" cy="515017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9" name="TextBox 28"/>
          <p:cNvSpPr txBox="1"/>
          <p:nvPr/>
        </p:nvSpPr>
        <p:spPr>
          <a:xfrm>
            <a:off x="7230843" y="2895978"/>
            <a:ext cx="13115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spc="200" dirty="0" smtClean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萌宠派</a:t>
            </a:r>
            <a:r>
              <a:rPr lang="zh-CN" altLang="en-US" sz="1600" b="1" spc="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endParaRPr lang="zh-CN" altLang="en-US" sz="1600" b="1" spc="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26045" y="3145647"/>
            <a:ext cx="19131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Pet  party</a:t>
            </a:r>
            <a:endParaRPr lang="en-US" altLang="zh-CN" sz="8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331395" y="4145384"/>
            <a:ext cx="1596293" cy="515017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1543954" y="4163296"/>
            <a:ext cx="1311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spc="200" dirty="0" smtClean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萌宠美食</a:t>
            </a:r>
            <a:endParaRPr lang="zh-CN" altLang="en-US" b="1" spc="200" dirty="0" smtClean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95303" y="4420986"/>
            <a:ext cx="1913124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Pet  </a:t>
            </a:r>
            <a:r>
              <a:rPr lang="en-US" altLang="zh-CN" sz="800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food</a:t>
            </a:r>
            <a:endParaRPr lang="en-US" altLang="zh-CN" sz="8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4114683" y="4145385"/>
            <a:ext cx="1596293" cy="515017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4367347" y="4163297"/>
            <a:ext cx="1311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萌宠课堂</a:t>
            </a:r>
            <a:endParaRPr lang="zh-CN" altLang="en-US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078591" y="4420987"/>
            <a:ext cx="19131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Pet classroom</a:t>
            </a:r>
            <a:endParaRPr lang="en-US" altLang="zh-CN" sz="800" spc="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962138" y="4145385"/>
            <a:ext cx="1596293" cy="515017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01" name="Picture 5" descr="狗狗泪痕是怎么引起的 狗狗泪痕怎么去掉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4"/>
          <a:stretch>
            <a:fillRect/>
          </a:stretch>
        </p:blipFill>
        <p:spPr bwMode="auto">
          <a:xfrm>
            <a:off x="3253156" y="1317361"/>
            <a:ext cx="1114717" cy="98107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专业被调剂别难过,如果遇到这3个专业,你就赚了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9" r="14888"/>
          <a:stretch>
            <a:fillRect/>
          </a:stretch>
        </p:blipFill>
        <p:spPr bwMode="auto">
          <a:xfrm>
            <a:off x="6125922" y="1218367"/>
            <a:ext cx="1129400" cy="100513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高清晰动物可爱摄影图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95" y="2485686"/>
            <a:ext cx="1122646" cy="9810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狗巴迪勇士赛开启 三大突破搭建新概念人犬赛事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6" r="13323"/>
          <a:stretch>
            <a:fillRect/>
          </a:stretch>
        </p:blipFill>
        <p:spPr bwMode="auto">
          <a:xfrm>
            <a:off x="3317053" y="2485687"/>
            <a:ext cx="1098445" cy="98107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快乐的宠物派对宠物店工装背景墙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05"/>
          <a:stretch>
            <a:fillRect/>
          </a:stretch>
        </p:blipFill>
        <p:spPr bwMode="auto">
          <a:xfrm>
            <a:off x="6092514" y="2482181"/>
            <a:ext cx="1164131" cy="98107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卡斯罗犬哪里可以买到 卡斯罗犬性格怎么样 派多格宠物连锁 派多格中国宠物连锁加盟机构 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8" r="13880"/>
          <a:stretch>
            <a:fillRect/>
          </a:stretch>
        </p:blipFill>
        <p:spPr bwMode="auto">
          <a:xfrm>
            <a:off x="517495" y="3753005"/>
            <a:ext cx="1122646" cy="98107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514" y="2482180"/>
            <a:ext cx="1164131" cy="98107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9" name="Picture 15" descr="每天1毛6,南通植物园升级自家后花园 月季花海 汉服同袍...美景已上线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781" y="3756514"/>
            <a:ext cx="1114717" cy="98009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 descr="世界上最另类的职业 美人鱼年薪60万 动物婚姻登记师年赚45万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4" b="9893"/>
          <a:stretch>
            <a:fillRect/>
          </a:stretch>
        </p:blipFill>
        <p:spPr bwMode="auto">
          <a:xfrm>
            <a:off x="6120496" y="3753006"/>
            <a:ext cx="1146887" cy="97276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1543953" y="2887956"/>
            <a:ext cx="13115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spc="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萌宠寄养</a:t>
            </a:r>
            <a:endParaRPr lang="zh-CN" altLang="en-US" sz="1600" b="1" spc="2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23410" y="1663065"/>
            <a:ext cx="1287780" cy="290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highlight>
                  <a:srgbClr val="FFFF00"/>
                </a:highlight>
              </a:rPr>
              <a:t>萌宠咖啡屋</a:t>
            </a:r>
            <a:endParaRPr lang="zh-CN" altLang="en-US" b="1">
              <a:highlight>
                <a:srgbClr val="FFFF00"/>
              </a:highligh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98340" y="1898015"/>
            <a:ext cx="1173480" cy="194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pet coffee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7360920" y="162877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highlight>
                  <a:srgbClr val="FFFF00"/>
                </a:highlight>
              </a:rPr>
              <a:t>萌宠活动</a:t>
            </a:r>
            <a:endParaRPr lang="zh-CN" altLang="en-US" sz="1600" b="1">
              <a:highlight>
                <a:srgbClr val="FFFF00"/>
              </a:highligh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314565" y="189801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pet </a:t>
            </a:r>
            <a:r>
              <a:rPr lang="en-US" altLang="zh-CN"/>
              <a:t>active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7396480" y="416369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萌宠摄影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396480" y="4389755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pet photo</a:t>
            </a:r>
            <a:endParaRPr lang="en-US" altLang="zh-CN" sz="1200"/>
          </a:p>
        </p:txBody>
      </p:sp>
      <p:sp>
        <p:nvSpPr>
          <p:cNvPr id="39" name="文本框 38"/>
          <p:cNvSpPr txBox="1"/>
          <p:nvPr/>
        </p:nvSpPr>
        <p:spPr>
          <a:xfrm>
            <a:off x="4485005" y="2895600"/>
            <a:ext cx="1229360" cy="250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highlight>
                  <a:srgbClr val="FFFF00"/>
                </a:highlight>
              </a:rPr>
              <a:t>私人厨房</a:t>
            </a:r>
            <a:endParaRPr lang="zh-CN" altLang="en-US" b="1">
              <a:highlight>
                <a:srgbClr val="FFFF00"/>
              </a:highlight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75810" y="3109595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cooking</a:t>
            </a:r>
            <a:endParaRPr lang="en-US" altLang="zh-CN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5"/>
          <a:stretch>
            <a:fillRect/>
          </a:stretch>
        </p:blipFill>
        <p:spPr bwMode="auto">
          <a:xfrm>
            <a:off x="304837" y="1384952"/>
            <a:ext cx="3575139" cy="270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7" name="矩形 6"/>
          <p:cNvSpPr/>
          <p:nvPr/>
        </p:nvSpPr>
        <p:spPr>
          <a:xfrm>
            <a:off x="3741461" y="1260808"/>
            <a:ext cx="5084139" cy="29285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374497" y="2310063"/>
            <a:ext cx="733927" cy="733927"/>
            <a:chOff x="4242657" y="3080084"/>
            <a:chExt cx="978569" cy="978569"/>
          </a:xfrm>
        </p:grpSpPr>
        <p:sp>
          <p:nvSpPr>
            <p:cNvPr id="8" name="矩形: 圆角 7"/>
            <p:cNvSpPr/>
            <p:nvPr/>
          </p:nvSpPr>
          <p:spPr>
            <a:xfrm>
              <a:off x="4242657" y="3080084"/>
              <a:ext cx="978569" cy="978569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pet-bed_103709"/>
            <p:cNvSpPr>
              <a:spLocks noChangeAspect="1"/>
            </p:cNvSpPr>
            <p:nvPr/>
          </p:nvSpPr>
          <p:spPr bwMode="auto">
            <a:xfrm>
              <a:off x="4523373" y="3388521"/>
              <a:ext cx="417136" cy="361695"/>
            </a:xfrm>
            <a:custGeom>
              <a:avLst/>
              <a:gdLst>
                <a:gd name="T0" fmla="*/ 278945 h 440259"/>
                <a:gd name="T1" fmla="*/ 278945 h 440259"/>
                <a:gd name="T2" fmla="*/ 278945 h 440259"/>
                <a:gd name="T3" fmla="*/ 278945 h 440259"/>
                <a:gd name="T4" fmla="*/ 278945 h 440259"/>
                <a:gd name="T5" fmla="*/ 278945 h 440259"/>
                <a:gd name="T6" fmla="*/ 278945 h 440259"/>
                <a:gd name="T7" fmla="*/ 278945 h 440259"/>
                <a:gd name="T8" fmla="*/ 278945 h 440259"/>
                <a:gd name="T9" fmla="*/ 278945 h 440259"/>
                <a:gd name="T10" fmla="*/ 88862 h 440259"/>
                <a:gd name="T11" fmla="*/ 88862 h 440259"/>
                <a:gd name="T12" fmla="*/ 278945 h 440259"/>
                <a:gd name="T13" fmla="*/ 278945 h 440259"/>
                <a:gd name="T14" fmla="*/ 278945 h 440259"/>
                <a:gd name="T15" fmla="*/ 278945 h 440259"/>
                <a:gd name="T16" fmla="*/ 278945 h 440259"/>
                <a:gd name="T17" fmla="*/ 278945 h 440259"/>
                <a:gd name="T18" fmla="*/ 278945 h 440259"/>
                <a:gd name="T19" fmla="*/ 278945 h 440259"/>
                <a:gd name="T20" fmla="*/ 278945 h 440259"/>
                <a:gd name="T21" fmla="*/ 278945 h 440259"/>
                <a:gd name="T22" fmla="*/ 278945 h 440259"/>
                <a:gd name="T23" fmla="*/ 278945 h 440259"/>
                <a:gd name="T24" fmla="*/ 278945 h 440259"/>
                <a:gd name="T25" fmla="*/ 278945 h 440259"/>
                <a:gd name="T26" fmla="*/ 278945 h 440259"/>
                <a:gd name="T27" fmla="*/ 278945 h 440259"/>
                <a:gd name="T28" fmla="*/ 278945 h 440259"/>
                <a:gd name="T29" fmla="*/ 278945 h 440259"/>
                <a:gd name="T30" fmla="*/ 278945 h 440259"/>
                <a:gd name="T31" fmla="*/ 278945 h 440259"/>
                <a:gd name="T32" fmla="*/ 278945 h 440259"/>
                <a:gd name="T33" fmla="*/ 278945 h 440259"/>
                <a:gd name="T34" fmla="*/ 278945 h 440259"/>
                <a:gd name="T35" fmla="*/ 278945 h 440259"/>
                <a:gd name="T36" fmla="*/ 278945 h 440259"/>
                <a:gd name="T37" fmla="*/ 278945 h 440259"/>
                <a:gd name="T38" fmla="*/ 88862 h 440259"/>
                <a:gd name="T39" fmla="*/ 88862 h 440259"/>
                <a:gd name="T40" fmla="*/ 278945 h 440259"/>
                <a:gd name="T41" fmla="*/ 278945 h 440259"/>
                <a:gd name="T42" fmla="*/ 278945 h 440259"/>
                <a:gd name="T43" fmla="*/ 278945 h 440259"/>
                <a:gd name="T44" fmla="*/ 278945 h 440259"/>
                <a:gd name="T45" fmla="*/ 278945 h 440259"/>
                <a:gd name="T46" fmla="*/ 278945 h 440259"/>
                <a:gd name="T47" fmla="*/ 278945 h 440259"/>
                <a:gd name="T48" fmla="*/ 278945 h 440259"/>
                <a:gd name="T49" fmla="*/ 278945 h 440259"/>
                <a:gd name="T50" fmla="*/ 278945 h 440259"/>
                <a:gd name="T51" fmla="*/ 278945 h 440259"/>
                <a:gd name="T52" fmla="*/ 278945 h 440259"/>
                <a:gd name="T53" fmla="*/ 278945 h 440259"/>
                <a:gd name="T54" fmla="*/ 278945 h 440259"/>
                <a:gd name="T55" fmla="*/ 278945 h 440259"/>
                <a:gd name="T56" fmla="*/ 278945 h 440259"/>
                <a:gd name="T57" fmla="*/ 278945 h 440259"/>
                <a:gd name="T58" fmla="*/ 278945 h 440259"/>
                <a:gd name="T59" fmla="*/ 278945 h 440259"/>
                <a:gd name="T60" fmla="*/ 278945 h 440259"/>
                <a:gd name="T61" fmla="*/ 278945 h 440259"/>
                <a:gd name="T62" fmla="*/ 278945 h 440259"/>
                <a:gd name="T63" fmla="*/ 278945 h 440259"/>
                <a:gd name="T64" fmla="*/ 278945 h 440259"/>
                <a:gd name="T65" fmla="*/ 278945 h 440259"/>
                <a:gd name="T66" fmla="*/ 278945 h 440259"/>
                <a:gd name="T67" fmla="*/ 278945 h 440259"/>
                <a:gd name="T68" fmla="*/ 278945 h 440259"/>
                <a:gd name="T69" fmla="*/ 278945 h 440259"/>
                <a:gd name="T70" fmla="*/ 278945 h 440259"/>
                <a:gd name="T71" fmla="*/ 278945 h 440259"/>
                <a:gd name="T72" fmla="*/ 278945 h 440259"/>
                <a:gd name="T73" fmla="*/ 278945 h 440259"/>
                <a:gd name="T74" fmla="*/ 278945 h 440259"/>
                <a:gd name="T75" fmla="*/ 278945 h 440259"/>
                <a:gd name="T76" fmla="*/ 278945 h 440259"/>
                <a:gd name="T77" fmla="*/ 278945 h 440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52" h="2216">
                  <a:moveTo>
                    <a:pt x="2132" y="89"/>
                  </a:moveTo>
                  <a:cubicBezTo>
                    <a:pt x="1902" y="32"/>
                    <a:pt x="1598" y="0"/>
                    <a:pt x="1276" y="0"/>
                  </a:cubicBezTo>
                  <a:cubicBezTo>
                    <a:pt x="954" y="0"/>
                    <a:pt x="650" y="32"/>
                    <a:pt x="420" y="89"/>
                  </a:cubicBezTo>
                  <a:cubicBezTo>
                    <a:pt x="137" y="160"/>
                    <a:pt x="0" y="260"/>
                    <a:pt x="0" y="394"/>
                  </a:cubicBezTo>
                  <a:lnTo>
                    <a:pt x="0" y="1822"/>
                  </a:lnTo>
                  <a:cubicBezTo>
                    <a:pt x="0" y="1957"/>
                    <a:pt x="137" y="2056"/>
                    <a:pt x="420" y="2127"/>
                  </a:cubicBezTo>
                  <a:cubicBezTo>
                    <a:pt x="650" y="2185"/>
                    <a:pt x="954" y="2216"/>
                    <a:pt x="1276" y="2216"/>
                  </a:cubicBezTo>
                  <a:cubicBezTo>
                    <a:pt x="1598" y="2216"/>
                    <a:pt x="1902" y="2185"/>
                    <a:pt x="2132" y="2127"/>
                  </a:cubicBezTo>
                  <a:cubicBezTo>
                    <a:pt x="2415" y="2056"/>
                    <a:pt x="2552" y="1957"/>
                    <a:pt x="2552" y="1822"/>
                  </a:cubicBezTo>
                  <a:lnTo>
                    <a:pt x="2552" y="394"/>
                  </a:lnTo>
                  <a:cubicBezTo>
                    <a:pt x="2552" y="260"/>
                    <a:pt x="2415" y="160"/>
                    <a:pt x="2132" y="89"/>
                  </a:cubicBezTo>
                  <a:close/>
                  <a:moveTo>
                    <a:pt x="516" y="272"/>
                  </a:moveTo>
                  <a:cubicBezTo>
                    <a:pt x="725" y="226"/>
                    <a:pt x="995" y="200"/>
                    <a:pt x="1276" y="200"/>
                  </a:cubicBezTo>
                  <a:cubicBezTo>
                    <a:pt x="1558" y="200"/>
                    <a:pt x="1828" y="226"/>
                    <a:pt x="2036" y="272"/>
                  </a:cubicBezTo>
                  <a:cubicBezTo>
                    <a:pt x="2243" y="318"/>
                    <a:pt x="2325" y="370"/>
                    <a:pt x="2348" y="394"/>
                  </a:cubicBezTo>
                  <a:cubicBezTo>
                    <a:pt x="2323" y="420"/>
                    <a:pt x="2224" y="481"/>
                    <a:pt x="1976" y="529"/>
                  </a:cubicBezTo>
                  <a:cubicBezTo>
                    <a:pt x="1976" y="529"/>
                    <a:pt x="1975" y="529"/>
                    <a:pt x="1975" y="529"/>
                  </a:cubicBezTo>
                  <a:cubicBezTo>
                    <a:pt x="1973" y="529"/>
                    <a:pt x="1972" y="530"/>
                    <a:pt x="1970" y="530"/>
                  </a:cubicBezTo>
                  <a:cubicBezTo>
                    <a:pt x="1968" y="531"/>
                    <a:pt x="1967" y="531"/>
                    <a:pt x="1965" y="531"/>
                  </a:cubicBezTo>
                  <a:cubicBezTo>
                    <a:pt x="1964" y="532"/>
                    <a:pt x="1963" y="532"/>
                    <a:pt x="1962" y="533"/>
                  </a:cubicBezTo>
                  <a:cubicBezTo>
                    <a:pt x="1921" y="547"/>
                    <a:pt x="1894" y="585"/>
                    <a:pt x="1895" y="628"/>
                  </a:cubicBezTo>
                  <a:lnTo>
                    <a:pt x="1895" y="803"/>
                  </a:lnTo>
                  <a:cubicBezTo>
                    <a:pt x="1708" y="775"/>
                    <a:pt x="1497" y="760"/>
                    <a:pt x="1276" y="760"/>
                  </a:cubicBezTo>
                  <a:cubicBezTo>
                    <a:pt x="1056" y="760"/>
                    <a:pt x="844" y="775"/>
                    <a:pt x="658" y="803"/>
                  </a:cubicBezTo>
                  <a:lnTo>
                    <a:pt x="658" y="628"/>
                  </a:lnTo>
                  <a:cubicBezTo>
                    <a:pt x="658" y="585"/>
                    <a:pt x="631" y="547"/>
                    <a:pt x="590" y="533"/>
                  </a:cubicBezTo>
                  <a:cubicBezTo>
                    <a:pt x="589" y="532"/>
                    <a:pt x="588" y="532"/>
                    <a:pt x="587" y="531"/>
                  </a:cubicBezTo>
                  <a:cubicBezTo>
                    <a:pt x="586" y="531"/>
                    <a:pt x="584" y="531"/>
                    <a:pt x="582" y="530"/>
                  </a:cubicBezTo>
                  <a:cubicBezTo>
                    <a:pt x="581" y="530"/>
                    <a:pt x="579" y="529"/>
                    <a:pt x="577" y="529"/>
                  </a:cubicBezTo>
                  <a:cubicBezTo>
                    <a:pt x="577" y="529"/>
                    <a:pt x="577" y="529"/>
                    <a:pt x="577" y="529"/>
                  </a:cubicBezTo>
                  <a:cubicBezTo>
                    <a:pt x="328" y="481"/>
                    <a:pt x="230" y="421"/>
                    <a:pt x="204" y="394"/>
                  </a:cubicBezTo>
                  <a:cubicBezTo>
                    <a:pt x="227" y="370"/>
                    <a:pt x="310" y="318"/>
                    <a:pt x="516" y="272"/>
                  </a:cubicBezTo>
                  <a:close/>
                  <a:moveTo>
                    <a:pt x="658" y="1005"/>
                  </a:moveTo>
                  <a:cubicBezTo>
                    <a:pt x="841" y="976"/>
                    <a:pt x="1053" y="960"/>
                    <a:pt x="1276" y="960"/>
                  </a:cubicBezTo>
                  <a:cubicBezTo>
                    <a:pt x="1499" y="960"/>
                    <a:pt x="1711" y="976"/>
                    <a:pt x="1895" y="1005"/>
                  </a:cubicBezTo>
                  <a:lnTo>
                    <a:pt x="1895" y="1272"/>
                  </a:lnTo>
                  <a:cubicBezTo>
                    <a:pt x="1711" y="1301"/>
                    <a:pt x="1499" y="1317"/>
                    <a:pt x="1276" y="1317"/>
                  </a:cubicBezTo>
                  <a:cubicBezTo>
                    <a:pt x="1053" y="1317"/>
                    <a:pt x="841" y="1301"/>
                    <a:pt x="658" y="1272"/>
                  </a:cubicBezTo>
                  <a:lnTo>
                    <a:pt x="658" y="1005"/>
                  </a:lnTo>
                  <a:close/>
                  <a:moveTo>
                    <a:pt x="2036" y="1944"/>
                  </a:moveTo>
                  <a:cubicBezTo>
                    <a:pt x="1828" y="1991"/>
                    <a:pt x="1558" y="2016"/>
                    <a:pt x="1276" y="2016"/>
                  </a:cubicBezTo>
                  <a:cubicBezTo>
                    <a:pt x="995" y="2016"/>
                    <a:pt x="725" y="1991"/>
                    <a:pt x="516" y="1944"/>
                  </a:cubicBezTo>
                  <a:cubicBezTo>
                    <a:pt x="292" y="1894"/>
                    <a:pt x="214" y="1838"/>
                    <a:pt x="200" y="1817"/>
                  </a:cubicBezTo>
                  <a:lnTo>
                    <a:pt x="200" y="625"/>
                  </a:lnTo>
                  <a:cubicBezTo>
                    <a:pt x="268" y="656"/>
                    <a:pt x="354" y="684"/>
                    <a:pt x="458" y="708"/>
                  </a:cubicBezTo>
                  <a:lnTo>
                    <a:pt x="458" y="1356"/>
                  </a:lnTo>
                  <a:cubicBezTo>
                    <a:pt x="458" y="1401"/>
                    <a:pt x="488" y="1439"/>
                    <a:pt x="529" y="1451"/>
                  </a:cubicBezTo>
                  <a:cubicBezTo>
                    <a:pt x="529" y="1451"/>
                    <a:pt x="529" y="1451"/>
                    <a:pt x="529" y="1451"/>
                  </a:cubicBezTo>
                  <a:cubicBezTo>
                    <a:pt x="532" y="1452"/>
                    <a:pt x="535" y="1453"/>
                    <a:pt x="538" y="1454"/>
                  </a:cubicBezTo>
                  <a:cubicBezTo>
                    <a:pt x="539" y="1454"/>
                    <a:pt x="539" y="1454"/>
                    <a:pt x="539" y="1454"/>
                  </a:cubicBezTo>
                  <a:cubicBezTo>
                    <a:pt x="752" y="1495"/>
                    <a:pt x="1007" y="1517"/>
                    <a:pt x="1276" y="1517"/>
                  </a:cubicBezTo>
                  <a:cubicBezTo>
                    <a:pt x="1545" y="1517"/>
                    <a:pt x="1800" y="1495"/>
                    <a:pt x="2014" y="1454"/>
                  </a:cubicBezTo>
                  <a:cubicBezTo>
                    <a:pt x="2014" y="1454"/>
                    <a:pt x="2014" y="1454"/>
                    <a:pt x="2014" y="1454"/>
                  </a:cubicBezTo>
                  <a:cubicBezTo>
                    <a:pt x="2016" y="1453"/>
                    <a:pt x="2018" y="1453"/>
                    <a:pt x="2020" y="1452"/>
                  </a:cubicBezTo>
                  <a:cubicBezTo>
                    <a:pt x="2021" y="1452"/>
                    <a:pt x="2023" y="1452"/>
                    <a:pt x="2024" y="1451"/>
                  </a:cubicBezTo>
                  <a:cubicBezTo>
                    <a:pt x="2026" y="1451"/>
                    <a:pt x="2027" y="1450"/>
                    <a:pt x="2029" y="1450"/>
                  </a:cubicBezTo>
                  <a:cubicBezTo>
                    <a:pt x="2030" y="1449"/>
                    <a:pt x="2032" y="1448"/>
                    <a:pt x="2034" y="1448"/>
                  </a:cubicBezTo>
                  <a:cubicBezTo>
                    <a:pt x="2034" y="1447"/>
                    <a:pt x="2035" y="1447"/>
                    <a:pt x="2036" y="1447"/>
                  </a:cubicBezTo>
                  <a:cubicBezTo>
                    <a:pt x="2053" y="1439"/>
                    <a:pt x="2067" y="1427"/>
                    <a:pt x="2078" y="1411"/>
                  </a:cubicBezTo>
                  <a:cubicBezTo>
                    <a:pt x="2078" y="1411"/>
                    <a:pt x="2078" y="1411"/>
                    <a:pt x="2078" y="1410"/>
                  </a:cubicBezTo>
                  <a:cubicBezTo>
                    <a:pt x="2080" y="1408"/>
                    <a:pt x="2081" y="1406"/>
                    <a:pt x="2083" y="1403"/>
                  </a:cubicBezTo>
                  <a:cubicBezTo>
                    <a:pt x="2083" y="1402"/>
                    <a:pt x="2084" y="1401"/>
                    <a:pt x="2084" y="1399"/>
                  </a:cubicBezTo>
                  <a:cubicBezTo>
                    <a:pt x="2085" y="1398"/>
                    <a:pt x="2086" y="1396"/>
                    <a:pt x="2087" y="1395"/>
                  </a:cubicBezTo>
                  <a:cubicBezTo>
                    <a:pt x="2087" y="1394"/>
                    <a:pt x="2088" y="1393"/>
                    <a:pt x="2088" y="1392"/>
                  </a:cubicBezTo>
                  <a:cubicBezTo>
                    <a:pt x="2089" y="1390"/>
                    <a:pt x="2090" y="1388"/>
                    <a:pt x="2090" y="1385"/>
                  </a:cubicBezTo>
                  <a:cubicBezTo>
                    <a:pt x="2090" y="1385"/>
                    <a:pt x="2090" y="1384"/>
                    <a:pt x="2091" y="1384"/>
                  </a:cubicBezTo>
                  <a:cubicBezTo>
                    <a:pt x="2091" y="1381"/>
                    <a:pt x="2092" y="1378"/>
                    <a:pt x="2093" y="1376"/>
                  </a:cubicBezTo>
                  <a:cubicBezTo>
                    <a:pt x="2093" y="1376"/>
                    <a:pt x="2093" y="1375"/>
                    <a:pt x="2093" y="1375"/>
                  </a:cubicBezTo>
                  <a:cubicBezTo>
                    <a:pt x="2093" y="1372"/>
                    <a:pt x="2094" y="1369"/>
                    <a:pt x="2094" y="1366"/>
                  </a:cubicBezTo>
                  <a:cubicBezTo>
                    <a:pt x="2094" y="1366"/>
                    <a:pt x="2094" y="1365"/>
                    <a:pt x="2094" y="1365"/>
                  </a:cubicBezTo>
                  <a:cubicBezTo>
                    <a:pt x="2095" y="1362"/>
                    <a:pt x="2095" y="1359"/>
                    <a:pt x="2095" y="1356"/>
                  </a:cubicBezTo>
                  <a:cubicBezTo>
                    <a:pt x="2095" y="1356"/>
                    <a:pt x="2095" y="1356"/>
                    <a:pt x="2095" y="1356"/>
                  </a:cubicBezTo>
                  <a:lnTo>
                    <a:pt x="2095" y="921"/>
                  </a:lnTo>
                  <a:lnTo>
                    <a:pt x="2095" y="920"/>
                  </a:lnTo>
                  <a:lnTo>
                    <a:pt x="2095" y="708"/>
                  </a:lnTo>
                  <a:cubicBezTo>
                    <a:pt x="2198" y="684"/>
                    <a:pt x="2284" y="656"/>
                    <a:pt x="2352" y="625"/>
                  </a:cubicBezTo>
                  <a:lnTo>
                    <a:pt x="2352" y="1817"/>
                  </a:lnTo>
                  <a:cubicBezTo>
                    <a:pt x="2338" y="1838"/>
                    <a:pt x="2260" y="1894"/>
                    <a:pt x="2036" y="19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矩形 11"/>
          <p:cNvSpPr/>
          <p:nvPr/>
        </p:nvSpPr>
        <p:spPr>
          <a:xfrm>
            <a:off x="4356320" y="2089313"/>
            <a:ext cx="3961511" cy="135165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ts val="5000"/>
              </a:lnSpc>
            </a:pPr>
            <a:r>
              <a:rPr lang="zh-CN" altLang="en-US" sz="2400" b="1" spc="3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让“毛孩子”更快乐，</a:t>
            </a:r>
            <a:endParaRPr lang="zh-CN" altLang="en-US" sz="2400" b="1" spc="3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5000"/>
              </a:lnSpc>
            </a:pPr>
            <a:r>
              <a:rPr lang="zh-CN" altLang="en-US" sz="2400" b="1" spc="3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让“铲屎官”更</a:t>
            </a:r>
            <a:r>
              <a:rPr lang="zh-CN" altLang="en-US" sz="2400" b="1" spc="300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省心！</a:t>
            </a:r>
            <a:endParaRPr lang="zh-CN" altLang="en-US" sz="2400" b="1" spc="3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561662" y="3634861"/>
            <a:ext cx="1980756" cy="336743"/>
            <a:chOff x="8492211" y="4846482"/>
            <a:chExt cx="2641008" cy="448990"/>
          </a:xfrm>
        </p:grpSpPr>
        <p:sp>
          <p:nvSpPr>
            <p:cNvPr id="14" name="矩形 13"/>
            <p:cNvSpPr/>
            <p:nvPr/>
          </p:nvSpPr>
          <p:spPr>
            <a:xfrm>
              <a:off x="8492211" y="4846482"/>
              <a:ext cx="2641008" cy="44899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bone_67"/>
            <p:cNvSpPr>
              <a:spLocks noChangeAspect="1"/>
            </p:cNvSpPr>
            <p:nvPr/>
          </p:nvSpPr>
          <p:spPr bwMode="auto">
            <a:xfrm>
              <a:off x="10596352" y="4932125"/>
              <a:ext cx="304842" cy="304428"/>
            </a:xfrm>
            <a:custGeom>
              <a:avLst/>
              <a:gdLst>
                <a:gd name="T0" fmla="*/ 450 w 472"/>
                <a:gd name="T1" fmla="*/ 99 h 472"/>
                <a:gd name="T2" fmla="*/ 373 w 472"/>
                <a:gd name="T3" fmla="*/ 99 h 472"/>
                <a:gd name="T4" fmla="*/ 373 w 472"/>
                <a:gd name="T5" fmla="*/ 21 h 472"/>
                <a:gd name="T6" fmla="*/ 295 w 472"/>
                <a:gd name="T7" fmla="*/ 21 h 472"/>
                <a:gd name="T8" fmla="*/ 295 w 472"/>
                <a:gd name="T9" fmla="*/ 99 h 472"/>
                <a:gd name="T10" fmla="*/ 315 w 472"/>
                <a:gd name="T11" fmla="*/ 111 h 472"/>
                <a:gd name="T12" fmla="*/ 111 w 472"/>
                <a:gd name="T13" fmla="*/ 315 h 472"/>
                <a:gd name="T14" fmla="*/ 99 w 472"/>
                <a:gd name="T15" fmla="*/ 295 h 472"/>
                <a:gd name="T16" fmla="*/ 21 w 472"/>
                <a:gd name="T17" fmla="*/ 295 h 472"/>
                <a:gd name="T18" fmla="*/ 21 w 472"/>
                <a:gd name="T19" fmla="*/ 373 h 472"/>
                <a:gd name="T20" fmla="*/ 97 w 472"/>
                <a:gd name="T21" fmla="*/ 375 h 472"/>
                <a:gd name="T22" fmla="*/ 97 w 472"/>
                <a:gd name="T23" fmla="*/ 375 h 472"/>
                <a:gd name="T24" fmla="*/ 99 w 472"/>
                <a:gd name="T25" fmla="*/ 450 h 472"/>
                <a:gd name="T26" fmla="*/ 176 w 472"/>
                <a:gd name="T27" fmla="*/ 450 h 472"/>
                <a:gd name="T28" fmla="*/ 176 w 472"/>
                <a:gd name="T29" fmla="*/ 373 h 472"/>
                <a:gd name="T30" fmla="*/ 156 w 472"/>
                <a:gd name="T31" fmla="*/ 360 h 472"/>
                <a:gd name="T32" fmla="*/ 360 w 472"/>
                <a:gd name="T33" fmla="*/ 156 h 472"/>
                <a:gd name="T34" fmla="*/ 373 w 472"/>
                <a:gd name="T35" fmla="*/ 176 h 472"/>
                <a:gd name="T36" fmla="*/ 450 w 472"/>
                <a:gd name="T37" fmla="*/ 176 h 472"/>
                <a:gd name="T38" fmla="*/ 450 w 472"/>
                <a:gd name="T39" fmla="*/ 99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2" h="472">
                  <a:moveTo>
                    <a:pt x="450" y="99"/>
                  </a:moveTo>
                  <a:cubicBezTo>
                    <a:pt x="429" y="77"/>
                    <a:pt x="394" y="77"/>
                    <a:pt x="373" y="99"/>
                  </a:cubicBezTo>
                  <a:cubicBezTo>
                    <a:pt x="394" y="77"/>
                    <a:pt x="394" y="43"/>
                    <a:pt x="373" y="21"/>
                  </a:cubicBezTo>
                  <a:cubicBezTo>
                    <a:pt x="351" y="0"/>
                    <a:pt x="316" y="0"/>
                    <a:pt x="295" y="21"/>
                  </a:cubicBezTo>
                  <a:cubicBezTo>
                    <a:pt x="274" y="43"/>
                    <a:pt x="274" y="77"/>
                    <a:pt x="295" y="99"/>
                  </a:cubicBezTo>
                  <a:cubicBezTo>
                    <a:pt x="301" y="105"/>
                    <a:pt x="308" y="109"/>
                    <a:pt x="315" y="111"/>
                  </a:cubicBezTo>
                  <a:lnTo>
                    <a:pt x="111" y="315"/>
                  </a:lnTo>
                  <a:cubicBezTo>
                    <a:pt x="109" y="308"/>
                    <a:pt x="105" y="301"/>
                    <a:pt x="99" y="295"/>
                  </a:cubicBezTo>
                  <a:cubicBezTo>
                    <a:pt x="77" y="274"/>
                    <a:pt x="43" y="274"/>
                    <a:pt x="21" y="295"/>
                  </a:cubicBezTo>
                  <a:cubicBezTo>
                    <a:pt x="0" y="316"/>
                    <a:pt x="0" y="351"/>
                    <a:pt x="21" y="373"/>
                  </a:cubicBezTo>
                  <a:cubicBezTo>
                    <a:pt x="42" y="393"/>
                    <a:pt x="75" y="394"/>
                    <a:pt x="97" y="375"/>
                  </a:cubicBezTo>
                  <a:lnTo>
                    <a:pt x="97" y="375"/>
                  </a:lnTo>
                  <a:cubicBezTo>
                    <a:pt x="78" y="397"/>
                    <a:pt x="78" y="430"/>
                    <a:pt x="99" y="450"/>
                  </a:cubicBezTo>
                  <a:cubicBezTo>
                    <a:pt x="120" y="472"/>
                    <a:pt x="155" y="472"/>
                    <a:pt x="176" y="450"/>
                  </a:cubicBezTo>
                  <a:cubicBezTo>
                    <a:pt x="198" y="429"/>
                    <a:pt x="198" y="394"/>
                    <a:pt x="176" y="373"/>
                  </a:cubicBezTo>
                  <a:cubicBezTo>
                    <a:pt x="171" y="367"/>
                    <a:pt x="164" y="363"/>
                    <a:pt x="156" y="360"/>
                  </a:cubicBezTo>
                  <a:lnTo>
                    <a:pt x="360" y="156"/>
                  </a:lnTo>
                  <a:cubicBezTo>
                    <a:pt x="363" y="164"/>
                    <a:pt x="367" y="171"/>
                    <a:pt x="373" y="176"/>
                  </a:cubicBezTo>
                  <a:cubicBezTo>
                    <a:pt x="394" y="198"/>
                    <a:pt x="429" y="198"/>
                    <a:pt x="450" y="176"/>
                  </a:cubicBezTo>
                  <a:cubicBezTo>
                    <a:pt x="472" y="155"/>
                    <a:pt x="472" y="120"/>
                    <a:pt x="450" y="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ball_317434"/>
            <p:cNvSpPr>
              <a:spLocks noChangeAspect="1"/>
            </p:cNvSpPr>
            <p:nvPr/>
          </p:nvSpPr>
          <p:spPr bwMode="auto">
            <a:xfrm>
              <a:off x="8815678" y="4932148"/>
              <a:ext cx="304842" cy="304382"/>
            </a:xfrm>
            <a:custGeom>
              <a:avLst/>
              <a:gdLst>
                <a:gd name="T0" fmla="*/ 3413 w 6827"/>
                <a:gd name="T1" fmla="*/ 0 h 6827"/>
                <a:gd name="T2" fmla="*/ 0 w 6827"/>
                <a:gd name="T3" fmla="*/ 3413 h 6827"/>
                <a:gd name="T4" fmla="*/ 3413 w 6827"/>
                <a:gd name="T5" fmla="*/ 6827 h 6827"/>
                <a:gd name="T6" fmla="*/ 6827 w 6827"/>
                <a:gd name="T7" fmla="*/ 3413 h 6827"/>
                <a:gd name="T8" fmla="*/ 3413 w 6827"/>
                <a:gd name="T9" fmla="*/ 0 h 6827"/>
                <a:gd name="T10" fmla="*/ 4314 w 6827"/>
                <a:gd name="T11" fmla="*/ 617 h 6827"/>
                <a:gd name="T12" fmla="*/ 4739 w 6827"/>
                <a:gd name="T13" fmla="*/ 2403 h 6827"/>
                <a:gd name="T14" fmla="*/ 5080 w 6827"/>
                <a:gd name="T15" fmla="*/ 3413 h 6827"/>
                <a:gd name="T16" fmla="*/ 3389 w 6827"/>
                <a:gd name="T17" fmla="*/ 5080 h 6827"/>
                <a:gd name="T18" fmla="*/ 1747 w 6827"/>
                <a:gd name="T19" fmla="*/ 3375 h 6827"/>
                <a:gd name="T20" fmla="*/ 2084 w 6827"/>
                <a:gd name="T21" fmla="*/ 2408 h 6827"/>
                <a:gd name="T22" fmla="*/ 2512 w 6827"/>
                <a:gd name="T23" fmla="*/ 617 h 6827"/>
                <a:gd name="T24" fmla="*/ 4314 w 6827"/>
                <a:gd name="T25" fmla="*/ 617 h 6827"/>
                <a:gd name="T26" fmla="*/ 3413 w 6827"/>
                <a:gd name="T27" fmla="*/ 6350 h 6827"/>
                <a:gd name="T28" fmla="*/ 476 w 6827"/>
                <a:gd name="T29" fmla="*/ 3413 h 6827"/>
                <a:gd name="T30" fmla="*/ 2038 w 6827"/>
                <a:gd name="T31" fmla="*/ 817 h 6827"/>
                <a:gd name="T32" fmla="*/ 1705 w 6827"/>
                <a:gd name="T33" fmla="*/ 2121 h 6827"/>
                <a:gd name="T34" fmla="*/ 1271 w 6827"/>
                <a:gd name="T35" fmla="*/ 3365 h 6827"/>
                <a:gd name="T36" fmla="*/ 3414 w 6827"/>
                <a:gd name="T37" fmla="*/ 5557 h 6827"/>
                <a:gd name="T38" fmla="*/ 5557 w 6827"/>
                <a:gd name="T39" fmla="*/ 3413 h 6827"/>
                <a:gd name="T40" fmla="*/ 5117 w 6827"/>
                <a:gd name="T41" fmla="*/ 2114 h 6827"/>
                <a:gd name="T42" fmla="*/ 4789 w 6827"/>
                <a:gd name="T43" fmla="*/ 817 h 6827"/>
                <a:gd name="T44" fmla="*/ 6350 w 6827"/>
                <a:gd name="T45" fmla="*/ 3413 h 6827"/>
                <a:gd name="T46" fmla="*/ 3413 w 6827"/>
                <a:gd name="T47" fmla="*/ 6350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827" h="6827">
                  <a:moveTo>
                    <a:pt x="3413" y="0"/>
                  </a:moveTo>
                  <a:cubicBezTo>
                    <a:pt x="1528" y="0"/>
                    <a:pt x="0" y="1527"/>
                    <a:pt x="0" y="3413"/>
                  </a:cubicBezTo>
                  <a:cubicBezTo>
                    <a:pt x="0" y="5300"/>
                    <a:pt x="1527" y="6827"/>
                    <a:pt x="3413" y="6827"/>
                  </a:cubicBezTo>
                  <a:cubicBezTo>
                    <a:pt x="5300" y="6827"/>
                    <a:pt x="6827" y="5300"/>
                    <a:pt x="6827" y="3413"/>
                  </a:cubicBezTo>
                  <a:cubicBezTo>
                    <a:pt x="6827" y="1533"/>
                    <a:pt x="5305" y="0"/>
                    <a:pt x="3413" y="0"/>
                  </a:cubicBezTo>
                  <a:close/>
                  <a:moveTo>
                    <a:pt x="4314" y="617"/>
                  </a:moveTo>
                  <a:cubicBezTo>
                    <a:pt x="4308" y="1260"/>
                    <a:pt x="4283" y="1807"/>
                    <a:pt x="4739" y="2403"/>
                  </a:cubicBezTo>
                  <a:cubicBezTo>
                    <a:pt x="4962" y="2696"/>
                    <a:pt x="5080" y="3045"/>
                    <a:pt x="5080" y="3413"/>
                  </a:cubicBezTo>
                  <a:cubicBezTo>
                    <a:pt x="5080" y="4340"/>
                    <a:pt x="4322" y="5093"/>
                    <a:pt x="3389" y="5080"/>
                  </a:cubicBezTo>
                  <a:cubicBezTo>
                    <a:pt x="2468" y="5067"/>
                    <a:pt x="1726" y="4297"/>
                    <a:pt x="1747" y="3375"/>
                  </a:cubicBezTo>
                  <a:cubicBezTo>
                    <a:pt x="1755" y="3023"/>
                    <a:pt x="1871" y="2689"/>
                    <a:pt x="2084" y="2408"/>
                  </a:cubicBezTo>
                  <a:cubicBezTo>
                    <a:pt x="2544" y="1802"/>
                    <a:pt x="2519" y="1257"/>
                    <a:pt x="2512" y="617"/>
                  </a:cubicBezTo>
                  <a:cubicBezTo>
                    <a:pt x="3081" y="434"/>
                    <a:pt x="3720" y="425"/>
                    <a:pt x="4314" y="617"/>
                  </a:cubicBezTo>
                  <a:close/>
                  <a:moveTo>
                    <a:pt x="3413" y="6350"/>
                  </a:moveTo>
                  <a:cubicBezTo>
                    <a:pt x="1794" y="6350"/>
                    <a:pt x="476" y="5033"/>
                    <a:pt x="476" y="3413"/>
                  </a:cubicBezTo>
                  <a:cubicBezTo>
                    <a:pt x="476" y="2286"/>
                    <a:pt x="1111" y="1308"/>
                    <a:pt x="2038" y="817"/>
                  </a:cubicBezTo>
                  <a:cubicBezTo>
                    <a:pt x="2042" y="1336"/>
                    <a:pt x="2024" y="1700"/>
                    <a:pt x="1705" y="2121"/>
                  </a:cubicBezTo>
                  <a:cubicBezTo>
                    <a:pt x="1431" y="2482"/>
                    <a:pt x="1281" y="2912"/>
                    <a:pt x="1271" y="3365"/>
                  </a:cubicBezTo>
                  <a:cubicBezTo>
                    <a:pt x="1244" y="4560"/>
                    <a:pt x="2211" y="5557"/>
                    <a:pt x="3414" y="5557"/>
                  </a:cubicBezTo>
                  <a:cubicBezTo>
                    <a:pt x="4594" y="5557"/>
                    <a:pt x="5557" y="4598"/>
                    <a:pt x="5557" y="3413"/>
                  </a:cubicBezTo>
                  <a:cubicBezTo>
                    <a:pt x="5557" y="2940"/>
                    <a:pt x="5405" y="2490"/>
                    <a:pt x="5117" y="2114"/>
                  </a:cubicBezTo>
                  <a:cubicBezTo>
                    <a:pt x="4803" y="1704"/>
                    <a:pt x="4785" y="1322"/>
                    <a:pt x="4789" y="817"/>
                  </a:cubicBezTo>
                  <a:cubicBezTo>
                    <a:pt x="5717" y="1309"/>
                    <a:pt x="6350" y="2288"/>
                    <a:pt x="6350" y="3413"/>
                  </a:cubicBezTo>
                  <a:cubicBezTo>
                    <a:pt x="6350" y="5033"/>
                    <a:pt x="5033" y="6350"/>
                    <a:pt x="3413" y="63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pawprint_22744"/>
            <p:cNvSpPr>
              <a:spLocks noChangeAspect="1"/>
            </p:cNvSpPr>
            <p:nvPr/>
          </p:nvSpPr>
          <p:spPr bwMode="auto">
            <a:xfrm>
              <a:off x="9706015" y="4948221"/>
              <a:ext cx="304842" cy="272236"/>
            </a:xfrm>
            <a:custGeom>
              <a:avLst/>
              <a:gdLst>
                <a:gd name="T0" fmla="*/ 1130 w 1135"/>
                <a:gd name="T1" fmla="*/ 410 h 1015"/>
                <a:gd name="T2" fmla="*/ 1034 w 1135"/>
                <a:gd name="T3" fmla="*/ 255 h 1015"/>
                <a:gd name="T4" fmla="*/ 939 w 1135"/>
                <a:gd name="T5" fmla="*/ 230 h 1015"/>
                <a:gd name="T6" fmla="*/ 938 w 1135"/>
                <a:gd name="T7" fmla="*/ 230 h 1015"/>
                <a:gd name="T8" fmla="*/ 782 w 1135"/>
                <a:gd name="T9" fmla="*/ 7 h 1015"/>
                <a:gd name="T10" fmla="*/ 731 w 1135"/>
                <a:gd name="T11" fmla="*/ 0 h 1015"/>
                <a:gd name="T12" fmla="*/ 568 w 1135"/>
                <a:gd name="T13" fmla="*/ 78 h 1015"/>
                <a:gd name="T14" fmla="*/ 404 w 1135"/>
                <a:gd name="T15" fmla="*/ 0 h 1015"/>
                <a:gd name="T16" fmla="*/ 353 w 1135"/>
                <a:gd name="T17" fmla="*/ 7 h 1015"/>
                <a:gd name="T18" fmla="*/ 197 w 1135"/>
                <a:gd name="T19" fmla="*/ 230 h 1015"/>
                <a:gd name="T20" fmla="*/ 196 w 1135"/>
                <a:gd name="T21" fmla="*/ 230 h 1015"/>
                <a:gd name="T22" fmla="*/ 102 w 1135"/>
                <a:gd name="T23" fmla="*/ 255 h 1015"/>
                <a:gd name="T24" fmla="*/ 5 w 1135"/>
                <a:gd name="T25" fmla="*/ 410 h 1015"/>
                <a:gd name="T26" fmla="*/ 42 w 1135"/>
                <a:gd name="T27" fmla="*/ 572 h 1015"/>
                <a:gd name="T28" fmla="*/ 171 w 1135"/>
                <a:gd name="T29" fmla="*/ 688 h 1015"/>
                <a:gd name="T30" fmla="*/ 155 w 1135"/>
                <a:gd name="T31" fmla="*/ 797 h 1015"/>
                <a:gd name="T32" fmla="*/ 332 w 1135"/>
                <a:gd name="T33" fmla="*/ 1015 h 1015"/>
                <a:gd name="T34" fmla="*/ 452 w 1135"/>
                <a:gd name="T35" fmla="*/ 990 h 1015"/>
                <a:gd name="T36" fmla="*/ 568 w 1135"/>
                <a:gd name="T37" fmla="*/ 965 h 1015"/>
                <a:gd name="T38" fmla="*/ 683 w 1135"/>
                <a:gd name="T39" fmla="*/ 990 h 1015"/>
                <a:gd name="T40" fmla="*/ 803 w 1135"/>
                <a:gd name="T41" fmla="*/ 1015 h 1015"/>
                <a:gd name="T42" fmla="*/ 803 w 1135"/>
                <a:gd name="T43" fmla="*/ 1015 h 1015"/>
                <a:gd name="T44" fmla="*/ 946 w 1135"/>
                <a:gd name="T45" fmla="*/ 940 h 1015"/>
                <a:gd name="T46" fmla="*/ 980 w 1135"/>
                <a:gd name="T47" fmla="*/ 797 h 1015"/>
                <a:gd name="T48" fmla="*/ 964 w 1135"/>
                <a:gd name="T49" fmla="*/ 688 h 1015"/>
                <a:gd name="T50" fmla="*/ 1093 w 1135"/>
                <a:gd name="T51" fmla="*/ 572 h 1015"/>
                <a:gd name="T52" fmla="*/ 1130 w 1135"/>
                <a:gd name="T53" fmla="*/ 410 h 1015"/>
                <a:gd name="T54" fmla="*/ 615 w 1135"/>
                <a:gd name="T55" fmla="*/ 233 h 1015"/>
                <a:gd name="T56" fmla="*/ 751 w 1135"/>
                <a:gd name="T57" fmla="*/ 122 h 1015"/>
                <a:gd name="T58" fmla="*/ 813 w 1135"/>
                <a:gd name="T59" fmla="*/ 286 h 1015"/>
                <a:gd name="T60" fmla="*/ 677 w 1135"/>
                <a:gd name="T61" fmla="*/ 396 h 1015"/>
                <a:gd name="T62" fmla="*/ 615 w 1135"/>
                <a:gd name="T63" fmla="*/ 233 h 1015"/>
                <a:gd name="T64" fmla="*/ 384 w 1135"/>
                <a:gd name="T65" fmla="*/ 122 h 1015"/>
                <a:gd name="T66" fmla="*/ 520 w 1135"/>
                <a:gd name="T67" fmla="*/ 233 h 1015"/>
                <a:gd name="T68" fmla="*/ 458 w 1135"/>
                <a:gd name="T69" fmla="*/ 396 h 1015"/>
                <a:gd name="T70" fmla="*/ 322 w 1135"/>
                <a:gd name="T71" fmla="*/ 286 h 1015"/>
                <a:gd name="T72" fmla="*/ 384 w 1135"/>
                <a:gd name="T73" fmla="*/ 122 h 1015"/>
                <a:gd name="T74" fmla="*/ 145 w 1135"/>
                <a:gd name="T75" fmla="*/ 512 h 1015"/>
                <a:gd name="T76" fmla="*/ 161 w 1135"/>
                <a:gd name="T77" fmla="*/ 358 h 1015"/>
                <a:gd name="T78" fmla="*/ 303 w 1135"/>
                <a:gd name="T79" fmla="*/ 422 h 1015"/>
                <a:gd name="T80" fmla="*/ 287 w 1135"/>
                <a:gd name="T81" fmla="*/ 576 h 1015"/>
                <a:gd name="T82" fmla="*/ 145 w 1135"/>
                <a:gd name="T83" fmla="*/ 512 h 1015"/>
                <a:gd name="T84" fmla="*/ 568 w 1135"/>
                <a:gd name="T85" fmla="*/ 846 h 1015"/>
                <a:gd name="T86" fmla="*/ 275 w 1135"/>
                <a:gd name="T87" fmla="*/ 797 h 1015"/>
                <a:gd name="T88" fmla="*/ 568 w 1135"/>
                <a:gd name="T89" fmla="*/ 455 h 1015"/>
                <a:gd name="T90" fmla="*/ 861 w 1135"/>
                <a:gd name="T91" fmla="*/ 797 h 1015"/>
                <a:gd name="T92" fmla="*/ 568 w 1135"/>
                <a:gd name="T93" fmla="*/ 846 h 1015"/>
                <a:gd name="T94" fmla="*/ 990 w 1135"/>
                <a:gd name="T95" fmla="*/ 512 h 1015"/>
                <a:gd name="T96" fmla="*/ 848 w 1135"/>
                <a:gd name="T97" fmla="*/ 576 h 1015"/>
                <a:gd name="T98" fmla="*/ 833 w 1135"/>
                <a:gd name="T99" fmla="*/ 422 h 1015"/>
                <a:gd name="T100" fmla="*/ 974 w 1135"/>
                <a:gd name="T101" fmla="*/ 358 h 1015"/>
                <a:gd name="T102" fmla="*/ 990 w 1135"/>
                <a:gd name="T103" fmla="*/ 512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5" h="1015">
                  <a:moveTo>
                    <a:pt x="1130" y="410"/>
                  </a:moveTo>
                  <a:cubicBezTo>
                    <a:pt x="1123" y="343"/>
                    <a:pt x="1088" y="286"/>
                    <a:pt x="1034" y="255"/>
                  </a:cubicBezTo>
                  <a:cubicBezTo>
                    <a:pt x="1005" y="238"/>
                    <a:pt x="973" y="230"/>
                    <a:pt x="939" y="230"/>
                  </a:cubicBezTo>
                  <a:cubicBezTo>
                    <a:pt x="939" y="230"/>
                    <a:pt x="938" y="230"/>
                    <a:pt x="938" y="230"/>
                  </a:cubicBezTo>
                  <a:cubicBezTo>
                    <a:pt x="936" y="123"/>
                    <a:pt x="877" y="32"/>
                    <a:pt x="782" y="7"/>
                  </a:cubicBezTo>
                  <a:cubicBezTo>
                    <a:pt x="765" y="2"/>
                    <a:pt x="748" y="0"/>
                    <a:pt x="731" y="0"/>
                  </a:cubicBezTo>
                  <a:cubicBezTo>
                    <a:pt x="670" y="0"/>
                    <a:pt x="612" y="30"/>
                    <a:pt x="568" y="78"/>
                  </a:cubicBezTo>
                  <a:cubicBezTo>
                    <a:pt x="524" y="30"/>
                    <a:pt x="466" y="0"/>
                    <a:pt x="404" y="0"/>
                  </a:cubicBezTo>
                  <a:cubicBezTo>
                    <a:pt x="387" y="0"/>
                    <a:pt x="370" y="2"/>
                    <a:pt x="353" y="7"/>
                  </a:cubicBezTo>
                  <a:cubicBezTo>
                    <a:pt x="258" y="32"/>
                    <a:pt x="199" y="123"/>
                    <a:pt x="197" y="230"/>
                  </a:cubicBezTo>
                  <a:cubicBezTo>
                    <a:pt x="197" y="230"/>
                    <a:pt x="196" y="230"/>
                    <a:pt x="196" y="230"/>
                  </a:cubicBezTo>
                  <a:cubicBezTo>
                    <a:pt x="163" y="230"/>
                    <a:pt x="130" y="238"/>
                    <a:pt x="102" y="255"/>
                  </a:cubicBezTo>
                  <a:cubicBezTo>
                    <a:pt x="47" y="286"/>
                    <a:pt x="12" y="343"/>
                    <a:pt x="5" y="410"/>
                  </a:cubicBezTo>
                  <a:cubicBezTo>
                    <a:pt x="0" y="464"/>
                    <a:pt x="13" y="521"/>
                    <a:pt x="42" y="572"/>
                  </a:cubicBezTo>
                  <a:cubicBezTo>
                    <a:pt x="73" y="626"/>
                    <a:pt x="119" y="667"/>
                    <a:pt x="171" y="688"/>
                  </a:cubicBezTo>
                  <a:cubicBezTo>
                    <a:pt x="161" y="723"/>
                    <a:pt x="155" y="760"/>
                    <a:pt x="155" y="797"/>
                  </a:cubicBezTo>
                  <a:cubicBezTo>
                    <a:pt x="155" y="999"/>
                    <a:pt x="291" y="1015"/>
                    <a:pt x="332" y="1015"/>
                  </a:cubicBezTo>
                  <a:cubicBezTo>
                    <a:pt x="373" y="1015"/>
                    <a:pt x="412" y="1003"/>
                    <a:pt x="452" y="990"/>
                  </a:cubicBezTo>
                  <a:cubicBezTo>
                    <a:pt x="491" y="978"/>
                    <a:pt x="531" y="965"/>
                    <a:pt x="568" y="965"/>
                  </a:cubicBezTo>
                  <a:cubicBezTo>
                    <a:pt x="605" y="965"/>
                    <a:pt x="645" y="978"/>
                    <a:pt x="683" y="990"/>
                  </a:cubicBezTo>
                  <a:cubicBezTo>
                    <a:pt x="724" y="1003"/>
                    <a:pt x="762" y="1015"/>
                    <a:pt x="803" y="1015"/>
                  </a:cubicBezTo>
                  <a:lnTo>
                    <a:pt x="803" y="1015"/>
                  </a:lnTo>
                  <a:cubicBezTo>
                    <a:pt x="864" y="1015"/>
                    <a:pt x="914" y="988"/>
                    <a:pt x="946" y="940"/>
                  </a:cubicBezTo>
                  <a:cubicBezTo>
                    <a:pt x="969" y="903"/>
                    <a:pt x="980" y="858"/>
                    <a:pt x="980" y="797"/>
                  </a:cubicBezTo>
                  <a:cubicBezTo>
                    <a:pt x="980" y="759"/>
                    <a:pt x="974" y="723"/>
                    <a:pt x="964" y="688"/>
                  </a:cubicBezTo>
                  <a:cubicBezTo>
                    <a:pt x="1016" y="667"/>
                    <a:pt x="1062" y="626"/>
                    <a:pt x="1093" y="572"/>
                  </a:cubicBezTo>
                  <a:cubicBezTo>
                    <a:pt x="1122" y="521"/>
                    <a:pt x="1135" y="464"/>
                    <a:pt x="1130" y="410"/>
                  </a:cubicBezTo>
                  <a:close/>
                  <a:moveTo>
                    <a:pt x="615" y="233"/>
                  </a:moveTo>
                  <a:cubicBezTo>
                    <a:pt x="635" y="157"/>
                    <a:pt x="696" y="107"/>
                    <a:pt x="751" y="122"/>
                  </a:cubicBezTo>
                  <a:cubicBezTo>
                    <a:pt x="806" y="137"/>
                    <a:pt x="833" y="210"/>
                    <a:pt x="813" y="286"/>
                  </a:cubicBezTo>
                  <a:cubicBezTo>
                    <a:pt x="793" y="361"/>
                    <a:pt x="732" y="411"/>
                    <a:pt x="677" y="396"/>
                  </a:cubicBezTo>
                  <a:cubicBezTo>
                    <a:pt x="623" y="382"/>
                    <a:pt x="595" y="308"/>
                    <a:pt x="615" y="233"/>
                  </a:cubicBezTo>
                  <a:close/>
                  <a:moveTo>
                    <a:pt x="384" y="122"/>
                  </a:moveTo>
                  <a:cubicBezTo>
                    <a:pt x="439" y="107"/>
                    <a:pt x="500" y="157"/>
                    <a:pt x="520" y="233"/>
                  </a:cubicBezTo>
                  <a:cubicBezTo>
                    <a:pt x="540" y="308"/>
                    <a:pt x="513" y="382"/>
                    <a:pt x="458" y="396"/>
                  </a:cubicBezTo>
                  <a:cubicBezTo>
                    <a:pt x="403" y="411"/>
                    <a:pt x="342" y="361"/>
                    <a:pt x="322" y="286"/>
                  </a:cubicBezTo>
                  <a:cubicBezTo>
                    <a:pt x="302" y="210"/>
                    <a:pt x="330" y="137"/>
                    <a:pt x="384" y="122"/>
                  </a:cubicBezTo>
                  <a:close/>
                  <a:moveTo>
                    <a:pt x="145" y="512"/>
                  </a:moveTo>
                  <a:cubicBezTo>
                    <a:pt x="111" y="452"/>
                    <a:pt x="118" y="383"/>
                    <a:pt x="161" y="358"/>
                  </a:cubicBezTo>
                  <a:cubicBezTo>
                    <a:pt x="205" y="333"/>
                    <a:pt x="268" y="362"/>
                    <a:pt x="303" y="422"/>
                  </a:cubicBezTo>
                  <a:cubicBezTo>
                    <a:pt x="337" y="482"/>
                    <a:pt x="330" y="551"/>
                    <a:pt x="287" y="576"/>
                  </a:cubicBezTo>
                  <a:cubicBezTo>
                    <a:pt x="243" y="601"/>
                    <a:pt x="180" y="573"/>
                    <a:pt x="145" y="512"/>
                  </a:cubicBezTo>
                  <a:close/>
                  <a:moveTo>
                    <a:pt x="568" y="846"/>
                  </a:moveTo>
                  <a:cubicBezTo>
                    <a:pt x="406" y="846"/>
                    <a:pt x="275" y="986"/>
                    <a:pt x="275" y="797"/>
                  </a:cubicBezTo>
                  <a:cubicBezTo>
                    <a:pt x="275" y="608"/>
                    <a:pt x="462" y="455"/>
                    <a:pt x="568" y="455"/>
                  </a:cubicBezTo>
                  <a:cubicBezTo>
                    <a:pt x="673" y="455"/>
                    <a:pt x="861" y="608"/>
                    <a:pt x="861" y="797"/>
                  </a:cubicBezTo>
                  <a:cubicBezTo>
                    <a:pt x="861" y="986"/>
                    <a:pt x="729" y="846"/>
                    <a:pt x="568" y="846"/>
                  </a:cubicBezTo>
                  <a:close/>
                  <a:moveTo>
                    <a:pt x="990" y="512"/>
                  </a:moveTo>
                  <a:cubicBezTo>
                    <a:pt x="955" y="573"/>
                    <a:pt x="892" y="601"/>
                    <a:pt x="848" y="576"/>
                  </a:cubicBezTo>
                  <a:cubicBezTo>
                    <a:pt x="805" y="551"/>
                    <a:pt x="798" y="482"/>
                    <a:pt x="833" y="422"/>
                  </a:cubicBezTo>
                  <a:cubicBezTo>
                    <a:pt x="867" y="362"/>
                    <a:pt x="931" y="333"/>
                    <a:pt x="974" y="358"/>
                  </a:cubicBezTo>
                  <a:cubicBezTo>
                    <a:pt x="1018" y="383"/>
                    <a:pt x="1025" y="452"/>
                    <a:pt x="990" y="5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7"/>
          <p:cNvSpPr/>
          <p:nvPr/>
        </p:nvSpPr>
        <p:spPr>
          <a:xfrm>
            <a:off x="4380381" y="1603163"/>
            <a:ext cx="1354671" cy="38710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28508" y="1642218"/>
            <a:ext cx="1354671" cy="31547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经营理念：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253" y="1332952"/>
            <a:ext cx="674590" cy="3734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500"/>
                            </p:stCondLst>
                            <p:childTnLst>
                              <p:par>
                                <p:cTn id="7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2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  <p:bldP spid="2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1816" y="1431758"/>
            <a:ext cx="7760369" cy="276726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2586124" y="3031161"/>
            <a:ext cx="1511557" cy="1511557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quotation-mark_32371"/>
          <p:cNvSpPr>
            <a:spLocks noChangeAspect="1"/>
          </p:cNvSpPr>
          <p:nvPr/>
        </p:nvSpPr>
        <p:spPr bwMode="auto">
          <a:xfrm>
            <a:off x="577485" y="520083"/>
            <a:ext cx="457264" cy="424397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5" name="right-quote-sign_36811"/>
          <p:cNvSpPr>
            <a:spLocks noChangeAspect="1"/>
          </p:cNvSpPr>
          <p:nvPr/>
        </p:nvSpPr>
        <p:spPr bwMode="auto">
          <a:xfrm>
            <a:off x="7730728" y="3685800"/>
            <a:ext cx="457264" cy="443492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6" name="矩形 5"/>
          <p:cNvSpPr/>
          <p:nvPr/>
        </p:nvSpPr>
        <p:spPr>
          <a:xfrm>
            <a:off x="1034748" y="944479"/>
            <a:ext cx="2823378" cy="3000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1500" b="1" spc="1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Meng</a:t>
            </a:r>
            <a:r>
              <a:rPr lang="en-US" altLang="zh-CN" sz="1500" b="1" spc="1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 amusement park</a:t>
            </a:r>
            <a:endParaRPr lang="en-US" altLang="zh-CN" sz="1500" b="1" spc="100" dirty="0">
              <a:solidFill>
                <a:prstClr val="black">
                  <a:lumMod val="75000"/>
                  <a:lumOff val="25000"/>
                </a:prstClr>
              </a:solidFill>
              <a:latin typeface="思源黑体" panose="020B0400000000000000" pitchFamily="34" charset="-122"/>
              <a:ea typeface="思源黑体" panose="020B0400000000000000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1184640" y="1731840"/>
            <a:ext cx="2138613" cy="2138613"/>
          </a:xfrm>
          <a:prstGeom prst="ellipse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806148" y="1713330"/>
            <a:ext cx="858421" cy="858421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07465" y="1858170"/>
            <a:ext cx="1727181" cy="34624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1800" b="1" dirty="0">
                <a:solidFill>
                  <a:prstClr val="white"/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PART  </a:t>
            </a:r>
            <a:r>
              <a:rPr lang="en-US" altLang="zh-CN" sz="1800" b="1" dirty="0" smtClean="0">
                <a:solidFill>
                  <a:prstClr val="white"/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02.</a:t>
            </a:r>
            <a:endParaRPr lang="zh-CN" altLang="en-US" sz="1800" b="1" dirty="0">
              <a:solidFill>
                <a:prstClr val="white"/>
              </a:solidFill>
              <a:latin typeface="思源黑体" panose="020B0400000000000000" pitchFamily="34" charset="-122"/>
              <a:ea typeface="思源黑体" panose="020B04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07465" y="2482755"/>
            <a:ext cx="3015756" cy="74635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sz="44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4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5414209" y="1907214"/>
            <a:ext cx="216569" cy="4481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5594683" y="1807231"/>
            <a:ext cx="216569" cy="4481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0"/>
          <p:cNvSpPr txBox="1"/>
          <p:nvPr/>
        </p:nvSpPr>
        <p:spPr>
          <a:xfrm>
            <a:off x="4315486" y="3031161"/>
            <a:ext cx="3015756" cy="44627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>
              <a:lnSpc>
                <a:spcPct val="200000"/>
              </a:lnSpc>
            </a:pPr>
            <a:r>
              <a:rPr lang="en-US" altLang="zh-CN" dirty="0">
                <a:solidFill>
                  <a:prstClr val="white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content </a:t>
            </a:r>
            <a:r>
              <a:rPr lang="en-US" altLang="zh-CN" dirty="0" err="1">
                <a:solidFill>
                  <a:prstClr val="white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maketing</a:t>
            </a:r>
            <a:endParaRPr lang="en-US" altLang="zh-CN" dirty="0">
              <a:solidFill>
                <a:prstClr val="white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22955" y="1012190"/>
            <a:ext cx="4993005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1600" b="1">
                <a:solidFill>
                  <a:srgbClr val="5E913B"/>
                </a:solidFill>
                <a:effectLst/>
              </a:rPr>
              <a:t>除了寄养和美容洗护外一律不设看护一切由主人负责</a:t>
            </a:r>
            <a:endParaRPr lang="zh-CN" altLang="en-US" sz="1600" b="1">
              <a:solidFill>
                <a:srgbClr val="5E913B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000"/>
                            </p:stCondLst>
                            <p:childTnLst>
                              <p:par>
                                <p:cTn id="6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000"/>
                            </p:stCondLst>
                            <p:childTnLst>
                              <p:par>
                                <p:cTn id="7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6" grpId="0"/>
      <p:bldP spid="10" grpId="0" animBg="1"/>
      <p:bldP spid="11" grpId="0"/>
      <p:bldP spid="12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 descr="宠物美容行业宠物造型行业图片 高清图 细节图 济宁骄宠宠物培训班 Hc360慧聪网 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6" t="4606"/>
          <a:stretch>
            <a:fillRect/>
          </a:stretch>
        </p:blipFill>
        <p:spPr bwMode="auto">
          <a:xfrm>
            <a:off x="5157538" y="2210968"/>
            <a:ext cx="2036768" cy="2471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320811" y="874153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6959" y="921229"/>
            <a:ext cx="2229883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宠美容</a:t>
            </a:r>
            <a:r>
              <a:rPr lang="en-US" altLang="zh-CN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84" y="683101"/>
            <a:ext cx="502612" cy="278232"/>
          </a:xfrm>
          <a:prstGeom prst="rect">
            <a:avLst/>
          </a:prstGeom>
        </p:spPr>
      </p:pic>
      <p:pic>
        <p:nvPicPr>
          <p:cNvPr id="4098" name="Picture 2" descr="宠物用品加盟排行榜 宠物用品加盟费 中国加盟网 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72"/>
          <a:stretch>
            <a:fillRect/>
          </a:stretch>
        </p:blipFill>
        <p:spPr bwMode="auto">
          <a:xfrm>
            <a:off x="346115" y="2215348"/>
            <a:ext cx="3030747" cy="247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宠物美容店 宠物狗也美容 图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492" y="2209892"/>
            <a:ext cx="1711959" cy="248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2171" y="1320870"/>
            <a:ext cx="8509780" cy="85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萌宠</a:t>
            </a:r>
            <a:r>
              <a:rPr lang="zh-CN" altLang="en-US" sz="1100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美容</a:t>
            </a:r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，不只是</a:t>
            </a:r>
            <a:r>
              <a:rPr lang="zh-CN" altLang="en-US" sz="1100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替</a:t>
            </a:r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宠物</a:t>
            </a:r>
            <a:r>
              <a:rPr lang="zh-CN" altLang="en-US" sz="1100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洗澡</a:t>
            </a:r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而已，而是借着顶级的美容用品和精湛的修前技法和染色</a:t>
            </a:r>
            <a:r>
              <a:rPr lang="zh-CN" altLang="en-US" sz="1100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，让萌宠身形外观展现出</a:t>
            </a:r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各式各样</a:t>
            </a:r>
            <a:r>
              <a:rPr lang="zh-CN" altLang="en-US" sz="1100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有趣美观的造型，展现各自的独特个性。提供服务的同时，售卖萌宠日常洗护用品及食物零食，打造萌宠乐园</a:t>
            </a:r>
            <a:r>
              <a:rPr lang="en-US" altLang="zh-CN" sz="1100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100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形象，生产萌宠玩具及</a:t>
            </a:r>
            <a:r>
              <a:rPr lang="en-US" altLang="zh-CN" sz="1100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100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周边，增加客户的粘稠度。（需要预约，不用全职美容师，降低</a:t>
            </a:r>
            <a:r>
              <a:rPr lang="zh-CN" altLang="en-US" sz="1100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成本）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养宠星人的专属地图来了 7家pet friendly好店逛到腿软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369" y="2215348"/>
            <a:ext cx="1606901" cy="125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恭喜 这些镇平人的萌宠,暂居镇平百事通 心粮 杯萌宠大赛前10名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369" y="3488439"/>
            <a:ext cx="1601276" cy="120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57858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320811" y="906237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6959" y="953313"/>
            <a:ext cx="2229883" cy="283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功能一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宠洗护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84" y="715185"/>
            <a:ext cx="502612" cy="278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1296" y="2012849"/>
            <a:ext cx="4605200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、在</a:t>
            </a:r>
            <a:r>
              <a:rPr lang="zh-CN" altLang="en-US" sz="10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中加上矿物质、香董、精油、草本、鲜花，使犬浸泡在温暖的水中，使毛发充分补充营养，恢复亮丽光泽与弹性。透过气泡的按摩，促进血液循环，加速代谢排毒，加快脂肪代谢，达到预防疾病，延缓衰老的目的运用</a:t>
            </a:r>
            <a:r>
              <a:rPr lang="zh-CN" altLang="en-US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0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9244" y="1377589"/>
            <a:ext cx="3895412" cy="379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1200" b="1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</a:t>
            </a:r>
            <a:r>
              <a:rPr lang="en-US" altLang="zh-CN" sz="1200" b="1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</a:t>
            </a:r>
            <a:r>
              <a:rPr lang="zh-CN" altLang="en-US" sz="1200" b="1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馆为宠物提供放松按摩等高端</a:t>
            </a:r>
            <a:r>
              <a:rPr lang="zh-CN" altLang="en-US" sz="1200" b="1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服务：</a:t>
            </a:r>
            <a:endParaRPr lang="en-US" altLang="zh-CN" sz="1200" b="1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1223" y="3497714"/>
            <a:ext cx="4769955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、专业</a:t>
            </a:r>
            <a:r>
              <a:rPr lang="zh-CN" altLang="en-US" sz="10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宠物经络按摩与推拿手法，直接作用干宠物身体表面的特殊部位，产生生物物理和生物化学的变化，最终通过神经系统调节，体液循环调节，以及筋络穴位的传递效应，达到舒筋活骨、消除疲劳、防治疾病、提高和改善宠物身体生理机能的功效。</a:t>
            </a:r>
            <a:endParaRPr lang="zh-CN" altLang="en-US" sz="10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200" name="Picture 8" descr="为什么狗狗有这么强烈的占有欲呢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050" y="216535"/>
            <a:ext cx="3614420" cy="44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57858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320811" y="906237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6959" y="953313"/>
            <a:ext cx="2229883" cy="283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咖啡馆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84" y="715185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3360" y="1783677"/>
            <a:ext cx="4605201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、杯子外观贴有本乐园的</a:t>
            </a:r>
            <a:r>
              <a:rPr lang="en-US" altLang="zh-CN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lang="zh-CN" altLang="en-US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，选择有关于猫狗的餐具。产品名字尽量与萌宠有关，吸引顾客。甜点轻食增加创意摆成如：猫抓、狗爪、猫狗头等等的图案（参考网上）称呼可以变成：猫狗名字</a:t>
            </a:r>
            <a:r>
              <a:rPr lang="en-US" altLang="zh-CN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endParaRPr lang="zh-CN" altLang="en-US" sz="1000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6" name="Picture 2" descr="夏天给宠物狗洗澡注意事项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735" y="380164"/>
            <a:ext cx="3791560" cy="220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长假宠物无处寄养一笼难求 催生星级豪华 宠物酒店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735" y="2621197"/>
            <a:ext cx="3791560" cy="211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263361" y="2631974"/>
            <a:ext cx="460520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0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售价考虑因素：</a:t>
            </a:r>
            <a:endParaRPr lang="zh-CN" altLang="en-US" sz="10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0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成本：包括原材料（咖啡豆、牛奶、糖、香料等）、人工、房租、设备折旧等。</a:t>
            </a:r>
            <a:endParaRPr lang="zh-CN" altLang="en-US" sz="10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0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市场定位：高端咖啡店可能会有更高的售价，以反映其品牌价值和提供的独特体验。</a:t>
            </a:r>
            <a:endParaRPr lang="zh-CN" altLang="en-US" sz="10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0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竞争环境：根据所在地区的竞争对手定价策略，咖啡店可能需要调整自己的价格以保持竞争力。</a:t>
            </a:r>
            <a:endParaRPr lang="zh-CN" altLang="en-US" sz="10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0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目标顾客：考虑目标顾客群体的消费能力和偏好，适当调整产品价格。</a:t>
            </a:r>
            <a:endParaRPr lang="zh-CN" altLang="en-US" sz="10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0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利润率：确保售价能够覆盖成本并带来合理的利润。</a:t>
            </a:r>
            <a:endParaRPr lang="zh-CN" altLang="en-US" sz="10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9080" y="1377315"/>
            <a:ext cx="4609465" cy="424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1200" b="1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宠物咖啡馆为宠物主人提供甜点</a:t>
            </a:r>
            <a:r>
              <a:rPr lang="zh-CN" altLang="en-US" sz="1200" b="1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轻食、茶水、奶茶咖啡</a:t>
            </a:r>
            <a:r>
              <a:rPr lang="zh-CN" altLang="en-US" sz="1200" b="1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服务：</a:t>
            </a:r>
            <a:endParaRPr lang="en-US" altLang="zh-CN" sz="1200" b="1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57858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320811" y="906237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6959" y="953313"/>
            <a:ext cx="2229883" cy="283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咖啡馆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84" y="715185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8915" y="1942427"/>
            <a:ext cx="4605201" cy="214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定价策略示例：</a:t>
            </a:r>
            <a:endParaRPr sz="1000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1.美式咖啡：售价可能在15-30元之间，根据咖啡豆的品质和店铺的定位而定。</a:t>
            </a:r>
            <a:endParaRPr sz="1000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2.拿铁：售价可能在20-40元之间，同样受咖啡豆品质和店铺定位的影响。</a:t>
            </a:r>
            <a:endParaRPr sz="1000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3.手冲咖啡：由于更具专业性和独特性，售价可能更高，大约在30-60元或更多。</a:t>
            </a:r>
            <a:endParaRPr sz="1000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4.糕点和轻食：价格可能在10-</a:t>
            </a:r>
            <a:r>
              <a:rPr lang="en-US"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sz="10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元不等，根据食材和制作复杂度而定。</a:t>
            </a:r>
            <a:endParaRPr sz="1000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6" name="Picture 2" descr="夏天给宠物狗洗澡注意事项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735" y="380164"/>
            <a:ext cx="3791560" cy="220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长假宠物无处寄养一笼难求 催生星级豪华 宠物酒店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735" y="2621197"/>
            <a:ext cx="3791560" cy="211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259080" y="1377315"/>
            <a:ext cx="4609465" cy="424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1200" b="1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宠物咖啡馆为宠物主人提供甜点</a:t>
            </a:r>
            <a:r>
              <a:rPr lang="zh-CN" altLang="en-US" sz="1200" b="1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轻食、茶水、奶茶咖啡</a:t>
            </a:r>
            <a:r>
              <a:rPr lang="zh-CN" altLang="en-US" sz="1200" b="1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服务：</a:t>
            </a:r>
            <a:endParaRPr lang="en-US" altLang="zh-CN" sz="1200" b="1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6310" y="426085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如果不是节假日周末的话可能会没有客人，建议开通外卖渠道来扩大收益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0706" y="882174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929250"/>
            <a:ext cx="2229883" cy="283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宠活动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691122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65" y="1267697"/>
            <a:ext cx="881755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宠物活动主要由三大部分组成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泳池、大草坪、以及乐园设施区。游泳池不需要深挖，在小腿就行（大狗能游即可）方便狗主人去一起玩。冬天可以把泳池设成泡泡乐园（波波池）可以结合四季将游泳池改变主题，勤加利用。大草坪建议用假草方便后期管理。加一些小栅栏或者小石头尽量分开三大园区，能分流防止意外发生。每个园区放椅子和桌子（桌子上贴咖啡店下单二维码连带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消费），遮雨棚方便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休息。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70" name="Picture 2" descr="山东龙力生物科技有限公司 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r="14161"/>
          <a:stretch>
            <a:fillRect/>
          </a:stretch>
        </p:blipFill>
        <p:spPr bwMode="auto">
          <a:xfrm>
            <a:off x="182182" y="2429133"/>
            <a:ext cx="3080050" cy="2472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宠物经济迎来新变革,萌兽医馆的进阶与沉淀 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6"/>
          <a:stretch>
            <a:fillRect/>
          </a:stretch>
        </p:blipFill>
        <p:spPr bwMode="auto">
          <a:xfrm>
            <a:off x="3328843" y="2429119"/>
            <a:ext cx="3429000" cy="248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为什么宠物医疗费用贵 保险的前景也一起告诉你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31"/>
          <a:stretch>
            <a:fillRect/>
          </a:stretch>
        </p:blipFill>
        <p:spPr bwMode="auto">
          <a:xfrm>
            <a:off x="6824419" y="2410069"/>
            <a:ext cx="2081199" cy="2481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虎丘湿地公园 宠物公园,你希望成为怎样的公园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" t="2641" r="9662" b="3221"/>
          <a:stretch>
            <a:fillRect/>
          </a:stretch>
        </p:blipFill>
        <p:spPr bwMode="auto">
          <a:xfrm>
            <a:off x="286737" y="2225933"/>
            <a:ext cx="3499200" cy="248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0706" y="882174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929250"/>
            <a:ext cx="2229883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寄养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691122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245" y="1336675"/>
            <a:ext cx="8817610" cy="698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寄养服务体制。从寄养宠物的种类来分，可分为宠物犬寄养、宠物猫寄养。大多数城市宠物已经成为家庭“必须”成员，由于节假日、出差等原因不能照顾宠物成了一大困扰，而越来越多的人选择了家庭式宠物寄养，可以让宠物像在自己家里一样舒适。安装摄像头，可以定期发给其主人。也要把每天吃的东西活动时间等等发给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主人。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96" name="Picture 4" descr="宠物寄养服务开始预订,春节期间费用普涨5 10 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3"/>
          <a:stretch>
            <a:fillRect/>
          </a:stretch>
        </p:blipFill>
        <p:spPr bwMode="auto">
          <a:xfrm>
            <a:off x="3818021" y="2232080"/>
            <a:ext cx="3152273" cy="248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为什么狗狗有这么强烈的占有欲呢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127" y="2225932"/>
            <a:ext cx="1858115" cy="248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8961" y="781844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883530"/>
            <a:ext cx="2229883" cy="283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私人厨房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605397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245" y="1228725"/>
            <a:ext cx="6402705" cy="1762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主要以提前预定为主，每日限量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。餐单提前一天发布在朋友圈，私域群上，确认好人提前交定金。餐单以人头计算，主题每个星期不同（参考网上）菜品要丰富，无国界。需要提前一天询问好每个人不同的口味，按照个人进行更改。摆盘，餐具等要挑好看点。可以是每个星期不同国家为主题轮流，其形式有点像日本的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omakase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。定价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左右，按食材标准来看。每个就餐人员要有仪式感一点，比如定制的今日餐牌要每人一份，送什么小礼物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什么的。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微信图片_202405312331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010" y="483235"/>
            <a:ext cx="2040255" cy="4389755"/>
          </a:xfrm>
          <a:prstGeom prst="rect">
            <a:avLst/>
          </a:prstGeom>
        </p:spPr>
      </p:pic>
      <p:pic>
        <p:nvPicPr>
          <p:cNvPr id="6" name="图片 5" descr="微信图片_202405312331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" y="2555240"/>
            <a:ext cx="2439670" cy="2433320"/>
          </a:xfrm>
          <a:prstGeom prst="rect">
            <a:avLst/>
          </a:prstGeom>
        </p:spPr>
      </p:pic>
      <p:pic>
        <p:nvPicPr>
          <p:cNvPr id="7" name="图片 6" descr="微信图片_202405312331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015" y="2555240"/>
            <a:ext cx="2016125" cy="2466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非日常宠物派对 限时开3天 带萌宠去160000㎡风情小镇度假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7"/>
          <a:stretch>
            <a:fillRect/>
          </a:stretch>
        </p:blipFill>
        <p:spPr bwMode="auto">
          <a:xfrm>
            <a:off x="288795" y="2071579"/>
            <a:ext cx="3256509" cy="258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0706" y="882174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929250"/>
            <a:ext cx="2229883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派对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691122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65" y="1336912"/>
            <a:ext cx="8817555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每月不定期举办“萌宠派对”活动，加入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派对尽情撒欢，人宠一起嗨翻天！不仅给爱宠们提供了一个尽情玩乐的社交之所，也能让爱宠人士在休闲之余交流养宠经验，享限定美食，逛潮流市集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。也可以举办宠物的生日派对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等等</a:t>
            </a:r>
            <a:endParaRPr lang="zh-CN" altLang="en-US" sz="1100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07" r="5171"/>
          <a:stretch>
            <a:fillRect/>
          </a:stretch>
        </p:blipFill>
        <p:spPr bwMode="auto">
          <a:xfrm>
            <a:off x="5336792" y="2071579"/>
            <a:ext cx="3586629" cy="2582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 descr="https://p0.itc.cn/q_70/images03/20210502/b2a2f7abbb2e4e53b13106f7fe8f0850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388" y="2071578"/>
            <a:ext cx="1721108" cy="258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9" name="Picture 9" descr="http://p6.itc.cn/q_70/images03/20201122/dc80cb6ce6d84ced9f15bd46945200c3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70" y="2071577"/>
            <a:ext cx="3323133" cy="258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倒计时 西宠逛展攻略来了,请查看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15" y="2231201"/>
            <a:ext cx="2850871" cy="257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0706" y="882174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929250"/>
            <a:ext cx="2229883" cy="283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功能七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美食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691122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65" y="1344933"/>
            <a:ext cx="8817555" cy="85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在咖啡厅旁边设置一个区域属于萌宠美食手工作坊。以</a:t>
            </a:r>
            <a:r>
              <a:rPr lang="en-US" altLang="zh-CN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主人做的宠物也可以喝的珍珠奶茶为卖点</a:t>
            </a:r>
            <a:r>
              <a:rPr lang="en-US" altLang="zh-CN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定制好材料包，标明所有的食品来源、品牌、克重、方便主人来看狗狗能不能食用。写明免责书，预防动物过敏。让顾客制作珍珠奶茶给自己的狗狗喝，后续可以研发更多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产品。</a:t>
            </a:r>
            <a:endParaRPr lang="zh-CN" altLang="en-US" sz="1100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268" name="Picture 4" descr="https://p1.itc.cn/q_70/images03/20210601/a7ed491bd148466eb3410762ef87c05e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11"/>
          <a:stretch>
            <a:fillRect/>
          </a:stretch>
        </p:blipFill>
        <p:spPr bwMode="auto">
          <a:xfrm>
            <a:off x="3115603" y="2275015"/>
            <a:ext cx="4031155" cy="257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活动回顾 5月15 16日深圳大学城 益田 假日里萌宠嘉年华,圆满落幕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821" y="2076895"/>
            <a:ext cx="1717561" cy="257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6" name="Picture 8" descr="狗子和小主人 那些不得不说的事儿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52" y="2086229"/>
            <a:ext cx="4170911" cy="2567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0706" y="882174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929250"/>
            <a:ext cx="2229883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课堂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691122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65" y="1344933"/>
            <a:ext cx="8817555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邀请宠物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美容师及宠物专业人士，共同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萌宠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小课堂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，打造一个有效果、有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意义、有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专业度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的养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人群及养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宠知识的平台。进行科学文明养宠专业知识的培训，增加养宠以及流浪动物方面的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专业知识。也可以放些宠物书籍来旁边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卖。</a:t>
            </a:r>
            <a:endParaRPr lang="zh-CN" altLang="en-US" sz="1100" spc="1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8" name="Picture 10" descr="和萌宠共度的倾城时光 不仅是玩伴更是陪伴 热点 BBRTV北部湾在线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168" y="2086229"/>
            <a:ext cx="4395095" cy="2567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乖惨了 520连狗狗都来秀恩爱 西岭雪山 萌宠周 即将萌趣开启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01"/>
          <a:stretch>
            <a:fillRect/>
          </a:stretch>
        </p:blipFill>
        <p:spPr bwMode="auto">
          <a:xfrm>
            <a:off x="232644" y="2215056"/>
            <a:ext cx="4499777" cy="24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0706" y="882174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929250"/>
            <a:ext cx="2229883" cy="283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功能九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宠摄影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691122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65" y="1320870"/>
            <a:ext cx="8817555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宠物摄影可以按提前预约，准备一些衣服道具等等，要拍得好看。类似于人的艺术照那种，可以增加额外的收费。也可以在萌宠乐园活动的时候抓拍宠物的照片，提供给顾客，第一张免费后面收钱这样的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营销方式。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318" name="Picture 6" descr="结婚带上猫咪,竟然会发生这种事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526" y="2215055"/>
            <a:ext cx="4118811" cy="2454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0706" y="882174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929250"/>
            <a:ext cx="2229883" cy="283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费用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明细</a:t>
            </a:r>
            <a:endParaRPr lang="zh-CN" altLang="en-US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691122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65" y="1490415"/>
            <a:ext cx="8817555" cy="288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入场游玩：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30/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含泳池（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波波池）：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48/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可以办次卡（只有含泳池的）：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400/10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季卡不限次数含泳池（园区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咖啡店消费打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88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折）：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1088/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三个月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看护（分大小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猫狗算钱）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小型犬：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100/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一天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中型犬：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130/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一天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大型犬：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160/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一天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猫猫：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120/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一天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办了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会员卡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的从第二天开始打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晚间游玩园区的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38/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人含泳池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00~23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en-US" altLang="zh-CN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内容运营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0706" y="882174"/>
            <a:ext cx="2278010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929250"/>
            <a:ext cx="2229883" cy="283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连带消费</a:t>
            </a:r>
            <a:endParaRPr lang="zh-CN" altLang="en-US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691122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65" y="1490415"/>
            <a:ext cx="8817555" cy="161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、引进移动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充电宝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、自动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贩卖机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、狗粮、猫粮、宠物用品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售卖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、专门开一个直播账号，直播乐园宠物游玩增加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热度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、第二个账号是咖啡屋，拍一些甜品制作教程或者音频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等等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、第三个账号是私厨，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同上。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1816" y="1431758"/>
            <a:ext cx="7760369" cy="276726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2586124" y="3031161"/>
            <a:ext cx="1511557" cy="1511557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quotation-mark_32371"/>
          <p:cNvSpPr>
            <a:spLocks noChangeAspect="1"/>
          </p:cNvSpPr>
          <p:nvPr/>
        </p:nvSpPr>
        <p:spPr bwMode="auto">
          <a:xfrm>
            <a:off x="577485" y="520083"/>
            <a:ext cx="457264" cy="424397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5" name="right-quote-sign_36811"/>
          <p:cNvSpPr>
            <a:spLocks noChangeAspect="1"/>
          </p:cNvSpPr>
          <p:nvPr/>
        </p:nvSpPr>
        <p:spPr bwMode="auto">
          <a:xfrm>
            <a:off x="7730728" y="3685800"/>
            <a:ext cx="457264" cy="443492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6" name="矩形 5"/>
          <p:cNvSpPr/>
          <p:nvPr/>
        </p:nvSpPr>
        <p:spPr>
          <a:xfrm>
            <a:off x="1034748" y="944479"/>
            <a:ext cx="2823378" cy="3000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1500" b="1" spc="1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Meng</a:t>
            </a:r>
            <a:r>
              <a:rPr lang="en-US" altLang="zh-CN" sz="1500" b="1" spc="1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 amusement park</a:t>
            </a:r>
            <a:endParaRPr lang="en-US" altLang="zh-CN" sz="1500" b="1" spc="100" dirty="0">
              <a:solidFill>
                <a:prstClr val="black">
                  <a:lumMod val="75000"/>
                  <a:lumOff val="25000"/>
                </a:prstClr>
              </a:solidFill>
              <a:latin typeface="思源黑体" panose="020B0400000000000000" pitchFamily="34" charset="-122"/>
              <a:ea typeface="思源黑体" panose="020B0400000000000000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1184640" y="1731840"/>
            <a:ext cx="2138613" cy="2138613"/>
          </a:xfrm>
          <a:prstGeom prst="ellipse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806148" y="1713330"/>
            <a:ext cx="858421" cy="858421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07465" y="1858170"/>
            <a:ext cx="1727181" cy="34624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1800" b="1" dirty="0">
                <a:solidFill>
                  <a:prstClr val="white"/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PART  </a:t>
            </a:r>
            <a:r>
              <a:rPr lang="en-US" altLang="zh-CN" sz="1800" b="1" dirty="0" smtClean="0">
                <a:solidFill>
                  <a:prstClr val="white"/>
                </a:solidFill>
                <a:latin typeface="思源黑体" panose="020B0400000000000000" pitchFamily="34" charset="-122"/>
                <a:ea typeface="思源黑体" panose="020B0400000000000000" pitchFamily="34" charset="-122"/>
              </a:rPr>
              <a:t>03.</a:t>
            </a:r>
            <a:endParaRPr lang="zh-CN" altLang="en-US" sz="1800" b="1" dirty="0">
              <a:solidFill>
                <a:prstClr val="white"/>
              </a:solidFill>
              <a:latin typeface="思源黑体" panose="020B0400000000000000" pitchFamily="34" charset="-122"/>
              <a:ea typeface="思源黑体" panose="020B04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07465" y="2482755"/>
            <a:ext cx="3015756" cy="142240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sz="44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新场地</a:t>
            </a:r>
            <a:r>
              <a:rPr lang="zh-CN" altLang="en-US" sz="44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预热活动策划</a:t>
            </a:r>
            <a:endParaRPr lang="zh-CN" altLang="en-US" sz="4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5414209" y="1907214"/>
            <a:ext cx="216569" cy="4481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5594683" y="1807231"/>
            <a:ext cx="216569" cy="4481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0"/>
          <p:cNvSpPr txBox="1"/>
          <p:nvPr/>
        </p:nvSpPr>
        <p:spPr>
          <a:xfrm>
            <a:off x="4315486" y="3031161"/>
            <a:ext cx="3015756" cy="44627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>
              <a:lnSpc>
                <a:spcPct val="200000"/>
              </a:lnSpc>
            </a:pPr>
            <a:r>
              <a:rPr lang="en-US" altLang="zh-CN" dirty="0">
                <a:solidFill>
                  <a:prstClr val="white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content </a:t>
            </a:r>
            <a:r>
              <a:rPr lang="en-US" altLang="zh-CN" dirty="0" err="1">
                <a:solidFill>
                  <a:prstClr val="white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maketing</a:t>
            </a:r>
            <a:endParaRPr lang="en-US" altLang="zh-CN" dirty="0">
              <a:solidFill>
                <a:prstClr val="white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000"/>
                            </p:stCondLst>
                            <p:childTnLst>
                              <p:par>
                                <p:cTn id="6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000"/>
                            </p:stCondLst>
                            <p:childTnLst>
                              <p:par>
                                <p:cTn id="7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6" grpId="0"/>
      <p:bldP spid="10" grpId="0" animBg="1"/>
      <p:bldP spid="11" grpId="0"/>
      <p:bldP spid="12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活动策划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67064" y="2273969"/>
            <a:ext cx="7976937" cy="9504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6228" y="1627819"/>
            <a:ext cx="3515681" cy="3515681"/>
          </a:xfrm>
          <a:prstGeom prst="rect">
            <a:avLst/>
          </a:prstGeom>
        </p:spPr>
      </p:pic>
      <p:sp>
        <p:nvSpPr>
          <p:cNvPr id="25" name="箭头: V 形 9"/>
          <p:cNvSpPr/>
          <p:nvPr/>
        </p:nvSpPr>
        <p:spPr>
          <a:xfrm>
            <a:off x="2526763" y="2273969"/>
            <a:ext cx="589547" cy="950495"/>
          </a:xfrm>
          <a:prstGeom prst="chevron">
            <a:avLst>
              <a:gd name="adj" fmla="val 4628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6" name="连接符: 肘形 11"/>
          <p:cNvCxnSpPr/>
          <p:nvPr/>
        </p:nvCxnSpPr>
        <p:spPr>
          <a:xfrm rot="5400000" flipH="1" flipV="1">
            <a:off x="2778483" y="1775630"/>
            <a:ext cx="433138" cy="563542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318125" y="1214193"/>
            <a:ext cx="1288158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b="1" spc="2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spc="2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萌宠选美</a:t>
            </a:r>
            <a:endParaRPr lang="zh-CN" altLang="en-US" b="1" spc="2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219270" y="1516975"/>
            <a:ext cx="1558674" cy="6232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线上进行萌宠选美大赛，</a:t>
            </a:r>
            <a:r>
              <a:rPr lang="en-US" altLang="zh-CN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Cosplay</a:t>
            </a:r>
            <a:r>
              <a:rPr lang="zh-CN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大比拼，线上投票。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箭头: V 形 14"/>
          <p:cNvSpPr/>
          <p:nvPr/>
        </p:nvSpPr>
        <p:spPr>
          <a:xfrm>
            <a:off x="3816965" y="2273969"/>
            <a:ext cx="589547" cy="950495"/>
          </a:xfrm>
          <a:prstGeom prst="chevron">
            <a:avLst>
              <a:gd name="adj" fmla="val 4628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0" name="连接符: 肘形 15"/>
          <p:cNvCxnSpPr/>
          <p:nvPr/>
        </p:nvCxnSpPr>
        <p:spPr>
          <a:xfrm rot="16200000" flipH="1">
            <a:off x="4066197" y="3159262"/>
            <a:ext cx="433138" cy="563542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4525719" y="3343996"/>
            <a:ext cx="1512615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b="1" spc="2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spc="2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萌宠大咖秀</a:t>
            </a:r>
            <a:endParaRPr lang="zh-CN" altLang="en-US" b="1" spc="2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426865" y="3646778"/>
            <a:ext cx="1771363" cy="6232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宠物界的盛会</a:t>
            </a:r>
            <a:r>
              <a:rPr lang="zh-CN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萌宠驾到，“潮”我看</a:t>
            </a:r>
            <a:endParaRPr lang="en-US" altLang="zh-CN" sz="9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箭头: V 形 34"/>
          <p:cNvSpPr/>
          <p:nvPr/>
        </p:nvSpPr>
        <p:spPr>
          <a:xfrm>
            <a:off x="5175466" y="2273969"/>
            <a:ext cx="589547" cy="950495"/>
          </a:xfrm>
          <a:prstGeom prst="chevron">
            <a:avLst>
              <a:gd name="adj" fmla="val 4628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4" name="连接符: 肘形 35"/>
          <p:cNvCxnSpPr/>
          <p:nvPr/>
        </p:nvCxnSpPr>
        <p:spPr>
          <a:xfrm rot="5400000" flipH="1" flipV="1">
            <a:off x="5427186" y="1775630"/>
            <a:ext cx="433138" cy="563542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073922" y="1214193"/>
            <a:ext cx="1628458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b="1" spc="2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b="1" spc="2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萌宠森友会</a:t>
            </a:r>
            <a:endParaRPr lang="zh-CN" altLang="en-US" b="1" spc="2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867973" y="1516975"/>
            <a:ext cx="2192131" cy="6232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毛孩子们可以在大自然中尽情的撒欢，</a:t>
            </a:r>
            <a:endParaRPr lang="en-US" altLang="zh-CN" sz="9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带上你的“萌宠”来露营聚会交友吧！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箭头: V 形 38"/>
          <p:cNvSpPr/>
          <p:nvPr/>
        </p:nvSpPr>
        <p:spPr>
          <a:xfrm>
            <a:off x="6465668" y="2273969"/>
            <a:ext cx="589547" cy="950495"/>
          </a:xfrm>
          <a:prstGeom prst="chevron">
            <a:avLst>
              <a:gd name="adj" fmla="val 4628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8" name="连接符: 肘形 39"/>
          <p:cNvCxnSpPr/>
          <p:nvPr/>
        </p:nvCxnSpPr>
        <p:spPr>
          <a:xfrm rot="16200000" flipH="1">
            <a:off x="6714900" y="3159262"/>
            <a:ext cx="433138" cy="563542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7174422" y="3343996"/>
            <a:ext cx="1771365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b="1" spc="2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b="1" spc="2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萌宠爱心驿站</a:t>
            </a:r>
            <a:endParaRPr lang="zh-CN" altLang="en-US" b="1" spc="2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174424" y="3646778"/>
            <a:ext cx="1771363" cy="62230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认定就是一辈子</a:t>
            </a:r>
            <a:endParaRPr lang="en-US" altLang="zh-CN" sz="9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宠爱心领养站（</a:t>
            </a:r>
            <a:r>
              <a:rPr lang="zh-CN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做成先）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000"/>
                            </p:stCondLst>
                            <p:childTnLst>
                              <p:par>
                                <p:cTn id="7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000"/>
                            </p:stCondLst>
                            <p:childTnLst>
                              <p:par>
                                <p:cTn id="8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500"/>
                            </p:stCondLst>
                            <p:childTnLst>
                              <p:par>
                                <p:cTn id="8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9000"/>
                            </p:stCondLst>
                            <p:childTnLst>
                              <p:par>
                                <p:cTn id="9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5" grpId="0" animBg="1"/>
      <p:bldP spid="27" grpId="0"/>
      <p:bldP spid="28" grpId="0"/>
      <p:bldP spid="31" grpId="0"/>
      <p:bldP spid="32" grpId="0"/>
      <p:bldP spid="35" grpId="0"/>
      <p:bldP spid="36" grpId="0"/>
      <p:bldP spid="37" grpId="0" animBg="1"/>
      <p:bldP spid="39" grpId="0"/>
      <p:bldP spid="4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活动策划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0705" y="882174"/>
            <a:ext cx="2486557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929250"/>
            <a:ext cx="2430409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活动一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宠选美大赛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691122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65" y="1296807"/>
            <a:ext cx="56011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前期线上进行萌宠选美大赛，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Cosplay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大比拼，线上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投票；打造线上活动热门话题</a:t>
            </a:r>
            <a:r>
              <a:rPr lang="en-US" altLang="zh-CN" sz="1100" spc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100" spc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家有萌</a:t>
            </a:r>
            <a:r>
              <a:rPr lang="zh-CN" altLang="en-US" sz="1100" spc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</a:t>
            </a:r>
            <a:r>
              <a:rPr lang="en-US" altLang="zh-CN" sz="1100" spc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spc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100" spc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萌宠出道</a:t>
            </a:r>
            <a:r>
              <a:rPr lang="zh-CN" altLang="en-US" sz="1100" spc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1100" spc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100" spc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spc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100" spc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</a:t>
            </a:r>
            <a:r>
              <a:rPr lang="zh-CN" altLang="en-US" sz="1100" spc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时尚</a:t>
            </a:r>
            <a:r>
              <a:rPr lang="en-US" altLang="zh-CN" sz="1100" spc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100" spc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既是活动的预告，也可以结合线下的萌宠走秀等，将活动热度做到持续的炒热，同时通过线上活动吸引客群到场参与活动，保却活动参与人数及客流量。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76" t="2353" r="7985" b="2365"/>
          <a:stretch>
            <a:fillRect/>
          </a:stretch>
        </p:blipFill>
        <p:spPr bwMode="auto">
          <a:xfrm>
            <a:off x="5871411" y="425621"/>
            <a:ext cx="3043989" cy="426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6" t="43409" r="55445" b="2156"/>
          <a:stretch>
            <a:fillRect/>
          </a:stretch>
        </p:blipFill>
        <p:spPr bwMode="auto">
          <a:xfrm>
            <a:off x="3465095" y="2428865"/>
            <a:ext cx="2382253" cy="225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95"/>
          <a:stretch>
            <a:fillRect/>
          </a:stretch>
        </p:blipFill>
        <p:spPr bwMode="auto">
          <a:xfrm>
            <a:off x="280706" y="2428865"/>
            <a:ext cx="3168348" cy="2256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活动策划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0705" y="898216"/>
            <a:ext cx="2486557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945292"/>
            <a:ext cx="2430409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活动二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大咖秀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707164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64" y="1417122"/>
            <a:ext cx="87333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通过线上选美大赛排名前</a:t>
            </a:r>
            <a:r>
              <a:rPr lang="en-US" altLang="zh-CN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的萌宠将有机会参与“萌宠大咖秀”活动，让自家的萌宠身穿礼服，走上</a:t>
            </a:r>
            <a:r>
              <a:rPr lang="en-US" altLang="zh-CN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，通过这场萌宠模特大赛充分展现自己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的个性风采</a:t>
            </a:r>
            <a:r>
              <a:rPr lang="zh-CN" altLang="en-US" sz="1100" spc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，给大家带来一场独特的视觉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盛宴。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1" t="49306" r="38947" b="6618"/>
          <a:stretch>
            <a:fillRect/>
          </a:stretch>
        </p:blipFill>
        <p:spPr bwMode="auto">
          <a:xfrm>
            <a:off x="280706" y="2149643"/>
            <a:ext cx="3115512" cy="2541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So cute Kitties fashion show held NY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" r="938"/>
          <a:stretch>
            <a:fillRect/>
          </a:stretch>
        </p:blipFill>
        <p:spPr bwMode="auto">
          <a:xfrm>
            <a:off x="3408946" y="2149644"/>
            <a:ext cx="3646286" cy="254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萌翻众人的喵星人帽子秀 组图 1 爱宠趣图 光明网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81"/>
          <a:stretch>
            <a:fillRect/>
          </a:stretch>
        </p:blipFill>
        <p:spPr bwMode="auto">
          <a:xfrm>
            <a:off x="7079517" y="2149643"/>
            <a:ext cx="1835882" cy="254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-quote-sign_36811"/>
          <p:cNvSpPr>
            <a:spLocks noChangeAspect="1"/>
          </p:cNvSpPr>
          <p:nvPr/>
        </p:nvSpPr>
        <p:spPr bwMode="auto">
          <a:xfrm>
            <a:off x="8633096" y="4733795"/>
            <a:ext cx="282304" cy="273801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19" name="quotation-mark_32371"/>
          <p:cNvSpPr>
            <a:spLocks noChangeAspect="1"/>
          </p:cNvSpPr>
          <p:nvPr/>
        </p:nvSpPr>
        <p:spPr bwMode="auto">
          <a:xfrm>
            <a:off x="312790" y="183199"/>
            <a:ext cx="323322" cy="300083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</p:sp>
      <p:sp>
        <p:nvSpPr>
          <p:cNvPr id="20" name="矩形 19"/>
          <p:cNvSpPr/>
          <p:nvPr/>
        </p:nvSpPr>
        <p:spPr>
          <a:xfrm>
            <a:off x="770055" y="215863"/>
            <a:ext cx="1154560" cy="30008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500" b="1" spc="3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活动策划</a:t>
            </a:r>
            <a:endParaRPr lang="zh-CN" altLang="en-US" sz="1500" b="1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280705" y="882174"/>
            <a:ext cx="2486557" cy="38515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6854" y="929250"/>
            <a:ext cx="2430409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活动三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萌</a:t>
            </a:r>
            <a:r>
              <a:rPr lang="zh-CN" alt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宠森友会</a:t>
            </a:r>
            <a:r>
              <a:rPr lang="en-US" altLang="zh-CN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9" y="691122"/>
            <a:ext cx="502612" cy="278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64" y="1368996"/>
            <a:ext cx="8733335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主子的精致露营，毛孩子也值得拥有。现场全面升级了超高颜值的宠物帐篷，毛孩子可以尽情在</a:t>
            </a:r>
            <a:r>
              <a:rPr lang="zh-CN" altLang="en-US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乐园撒欢，即可以在自己专属的小帐篷里与星星共眠。现场还准备了超多宠物玩乐，而你只需要带上毛孩子迎接这个假日的好心情即可</a:t>
            </a:r>
            <a:r>
              <a:rPr lang="en-US" altLang="zh-CN" sz="1100" spc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en-US" sz="1100" spc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01180" y="2101516"/>
            <a:ext cx="3150052" cy="2574757"/>
            <a:chOff x="5765348" y="2359500"/>
            <a:chExt cx="3150052" cy="2316773"/>
          </a:xfrm>
        </p:grpSpPr>
        <p:pic>
          <p:nvPicPr>
            <p:cNvPr id="4105" name="Picture 9" descr="让狗狗快乐的14件事情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50"/>
            <a:stretch>
              <a:fillRect/>
            </a:stretch>
          </p:blipFill>
          <p:spPr bwMode="auto">
            <a:xfrm>
              <a:off x="5768932" y="3529078"/>
              <a:ext cx="1516567" cy="11471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" name="组合 1"/>
            <p:cNvGrpSpPr/>
            <p:nvPr/>
          </p:nvGrpSpPr>
          <p:grpSpPr>
            <a:xfrm>
              <a:off x="5765348" y="2359500"/>
              <a:ext cx="3150052" cy="2316773"/>
              <a:chOff x="2224053" y="691121"/>
              <a:chExt cx="4967322" cy="3733742"/>
            </a:xfrm>
          </p:grpSpPr>
          <p:pic>
            <p:nvPicPr>
              <p:cNvPr id="4098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24" r="50444" b="51562"/>
              <a:stretch>
                <a:fillRect/>
              </a:stretch>
            </p:blipFill>
            <p:spPr bwMode="auto">
              <a:xfrm>
                <a:off x="2224053" y="691121"/>
                <a:ext cx="2404887" cy="18274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099" name="Picture 3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84" t="1961" b="51562"/>
              <a:stretch>
                <a:fillRect/>
              </a:stretch>
            </p:blipFill>
            <p:spPr bwMode="auto">
              <a:xfrm>
                <a:off x="4660231" y="691122"/>
                <a:ext cx="2531143" cy="1819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00" name="Picture 4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84" t="51921" b="1774"/>
              <a:stretch>
                <a:fillRect/>
              </a:stretch>
            </p:blipFill>
            <p:spPr bwMode="auto">
              <a:xfrm>
                <a:off x="4660230" y="2576028"/>
                <a:ext cx="2531145" cy="18488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pic>
        <p:nvPicPr>
          <p:cNvPr id="4103" name="Picture 7" descr="活动招募 BMW元气开启萌宠当道派对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343" y="2101516"/>
            <a:ext cx="3130773" cy="257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53" t="26398" r="8684" b="14321"/>
          <a:stretch>
            <a:fillRect/>
          </a:stretch>
        </p:blipFill>
        <p:spPr bwMode="auto">
          <a:xfrm>
            <a:off x="296749" y="3401331"/>
            <a:ext cx="2211420" cy="1274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0" name="Picture 14" descr="解锁黄龙溪古镇新玩儿法 市井印象馆 熊猫集市......这才是周末的正确打开方式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49" y="2101516"/>
            <a:ext cx="2219441" cy="125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5" b="4093"/>
          <a:stretch>
            <a:fillRect/>
          </a:stretch>
        </p:blipFill>
        <p:spPr>
          <a:xfrm flipH="1">
            <a:off x="902368" y="0"/>
            <a:ext cx="3827807" cy="51435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902369" cy="51435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30175" y="0"/>
            <a:ext cx="4413825" cy="51435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46747" y="0"/>
            <a:ext cx="204537" cy="5143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19726" y="0"/>
            <a:ext cx="336884" cy="5143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56506" y="0"/>
            <a:ext cx="160664" cy="5143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43500" y="0"/>
            <a:ext cx="246647" cy="5143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5541743" y="1434766"/>
            <a:ext cx="3356019" cy="2406316"/>
          </a:xfrm>
          <a:prstGeom prst="frame">
            <a:avLst>
              <a:gd name="adj1" fmla="val 400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6" name="animal-prints_109232"/>
          <p:cNvSpPr>
            <a:spLocks noChangeAspect="1"/>
          </p:cNvSpPr>
          <p:nvPr/>
        </p:nvSpPr>
        <p:spPr bwMode="auto">
          <a:xfrm>
            <a:off x="5645802" y="679785"/>
            <a:ext cx="529649" cy="491765"/>
          </a:xfrm>
          <a:custGeom>
            <a:avLst/>
            <a:gdLst>
              <a:gd name="connsiteX0" fmla="*/ 163687 w 609000"/>
              <a:gd name="connsiteY0" fmla="*/ 377031 h 565441"/>
              <a:gd name="connsiteX1" fmla="*/ 231139 w 609000"/>
              <a:gd name="connsiteY1" fmla="*/ 434433 h 565441"/>
              <a:gd name="connsiteX2" fmla="*/ 272393 w 609000"/>
              <a:gd name="connsiteY2" fmla="*/ 497106 h 565441"/>
              <a:gd name="connsiteX3" fmla="*/ 203963 w 609000"/>
              <a:gd name="connsiteY3" fmla="*/ 565441 h 565441"/>
              <a:gd name="connsiteX4" fmla="*/ 163687 w 609000"/>
              <a:gd name="connsiteY4" fmla="*/ 552360 h 565441"/>
              <a:gd name="connsiteX5" fmla="*/ 123411 w 609000"/>
              <a:gd name="connsiteY5" fmla="*/ 565441 h 565441"/>
              <a:gd name="connsiteX6" fmla="*/ 54981 w 609000"/>
              <a:gd name="connsiteY6" fmla="*/ 497106 h 565441"/>
              <a:gd name="connsiteX7" fmla="*/ 96235 w 609000"/>
              <a:gd name="connsiteY7" fmla="*/ 434433 h 565441"/>
              <a:gd name="connsiteX8" fmla="*/ 163687 w 609000"/>
              <a:gd name="connsiteY8" fmla="*/ 377031 h 565441"/>
              <a:gd name="connsiteX9" fmla="*/ 300589 w 609000"/>
              <a:gd name="connsiteY9" fmla="*/ 329566 h 565441"/>
              <a:gd name="connsiteX10" fmla="*/ 326227 w 609000"/>
              <a:gd name="connsiteY10" fmla="*/ 382103 h 565441"/>
              <a:gd name="connsiteX11" fmla="*/ 282584 w 609000"/>
              <a:gd name="connsiteY11" fmla="*/ 420969 h 565441"/>
              <a:gd name="connsiteX12" fmla="*/ 256946 w 609000"/>
              <a:gd name="connsiteY12" fmla="*/ 368432 h 565441"/>
              <a:gd name="connsiteX13" fmla="*/ 300589 w 609000"/>
              <a:gd name="connsiteY13" fmla="*/ 329566 h 565441"/>
              <a:gd name="connsiteX14" fmla="*/ 26828 w 609000"/>
              <a:gd name="connsiteY14" fmla="*/ 329566 h 565441"/>
              <a:gd name="connsiteX15" fmla="*/ 70431 w 609000"/>
              <a:gd name="connsiteY15" fmla="*/ 368432 h 565441"/>
              <a:gd name="connsiteX16" fmla="*/ 44817 w 609000"/>
              <a:gd name="connsiteY16" fmla="*/ 420969 h 565441"/>
              <a:gd name="connsiteX17" fmla="*/ 1213 w 609000"/>
              <a:gd name="connsiteY17" fmla="*/ 382103 h 565441"/>
              <a:gd name="connsiteX18" fmla="*/ 26828 w 609000"/>
              <a:gd name="connsiteY18" fmla="*/ 329566 h 565441"/>
              <a:gd name="connsiteX19" fmla="*/ 217069 w 609000"/>
              <a:gd name="connsiteY19" fmla="*/ 239570 h 565441"/>
              <a:gd name="connsiteX20" fmla="*/ 261878 w 609000"/>
              <a:gd name="connsiteY20" fmla="*/ 299516 h 565441"/>
              <a:gd name="connsiteX21" fmla="*/ 217069 w 609000"/>
              <a:gd name="connsiteY21" fmla="*/ 359462 h 565441"/>
              <a:gd name="connsiteX22" fmla="*/ 172260 w 609000"/>
              <a:gd name="connsiteY22" fmla="*/ 299516 h 565441"/>
              <a:gd name="connsiteX23" fmla="*/ 217069 w 609000"/>
              <a:gd name="connsiteY23" fmla="*/ 239570 h 565441"/>
              <a:gd name="connsiteX24" fmla="*/ 110304 w 609000"/>
              <a:gd name="connsiteY24" fmla="*/ 239570 h 565441"/>
              <a:gd name="connsiteX25" fmla="*/ 155113 w 609000"/>
              <a:gd name="connsiteY25" fmla="*/ 299516 h 565441"/>
              <a:gd name="connsiteX26" fmla="*/ 110304 w 609000"/>
              <a:gd name="connsiteY26" fmla="*/ 359462 h 565441"/>
              <a:gd name="connsiteX27" fmla="*/ 65495 w 609000"/>
              <a:gd name="connsiteY27" fmla="*/ 299516 h 565441"/>
              <a:gd name="connsiteX28" fmla="*/ 110304 w 609000"/>
              <a:gd name="connsiteY28" fmla="*/ 239570 h 565441"/>
              <a:gd name="connsiteX29" fmla="*/ 445279 w 609000"/>
              <a:gd name="connsiteY29" fmla="*/ 137603 h 565441"/>
              <a:gd name="connsiteX30" fmla="*/ 512753 w 609000"/>
              <a:gd name="connsiteY30" fmla="*/ 195026 h 565441"/>
              <a:gd name="connsiteX31" fmla="*/ 554020 w 609000"/>
              <a:gd name="connsiteY31" fmla="*/ 257527 h 565441"/>
              <a:gd name="connsiteX32" fmla="*/ 485568 w 609000"/>
              <a:gd name="connsiteY32" fmla="*/ 326083 h 565441"/>
              <a:gd name="connsiteX33" fmla="*/ 445279 w 609000"/>
              <a:gd name="connsiteY33" fmla="*/ 312802 h 565441"/>
              <a:gd name="connsiteX34" fmla="*/ 404989 w 609000"/>
              <a:gd name="connsiteY34" fmla="*/ 326083 h 565441"/>
              <a:gd name="connsiteX35" fmla="*/ 336537 w 609000"/>
              <a:gd name="connsiteY35" fmla="*/ 257527 h 565441"/>
              <a:gd name="connsiteX36" fmla="*/ 377804 w 609000"/>
              <a:gd name="connsiteY36" fmla="*/ 195026 h 565441"/>
              <a:gd name="connsiteX37" fmla="*/ 445279 w 609000"/>
              <a:gd name="connsiteY37" fmla="*/ 137603 h 565441"/>
              <a:gd name="connsiteX38" fmla="*/ 582173 w 609000"/>
              <a:gd name="connsiteY38" fmla="*/ 89996 h 565441"/>
              <a:gd name="connsiteX39" fmla="*/ 607787 w 609000"/>
              <a:gd name="connsiteY39" fmla="*/ 142533 h 565441"/>
              <a:gd name="connsiteX40" fmla="*/ 564184 w 609000"/>
              <a:gd name="connsiteY40" fmla="*/ 181594 h 565441"/>
              <a:gd name="connsiteX41" fmla="*/ 538569 w 609000"/>
              <a:gd name="connsiteY41" fmla="*/ 129057 h 565441"/>
              <a:gd name="connsiteX42" fmla="*/ 582173 w 609000"/>
              <a:gd name="connsiteY42" fmla="*/ 89996 h 565441"/>
              <a:gd name="connsiteX43" fmla="*/ 308384 w 609000"/>
              <a:gd name="connsiteY43" fmla="*/ 89996 h 565441"/>
              <a:gd name="connsiteX44" fmla="*/ 351987 w 609000"/>
              <a:gd name="connsiteY44" fmla="*/ 129057 h 565441"/>
              <a:gd name="connsiteX45" fmla="*/ 326372 w 609000"/>
              <a:gd name="connsiteY45" fmla="*/ 181594 h 565441"/>
              <a:gd name="connsiteX46" fmla="*/ 282769 w 609000"/>
              <a:gd name="connsiteY46" fmla="*/ 142533 h 565441"/>
              <a:gd name="connsiteX47" fmla="*/ 308384 w 609000"/>
              <a:gd name="connsiteY47" fmla="*/ 89996 h 565441"/>
              <a:gd name="connsiteX48" fmla="*/ 498661 w 609000"/>
              <a:gd name="connsiteY48" fmla="*/ 0 h 565441"/>
              <a:gd name="connsiteX49" fmla="*/ 543435 w 609000"/>
              <a:gd name="connsiteY49" fmla="*/ 59946 h 565441"/>
              <a:gd name="connsiteX50" fmla="*/ 498661 w 609000"/>
              <a:gd name="connsiteY50" fmla="*/ 119892 h 565441"/>
              <a:gd name="connsiteX51" fmla="*/ 453887 w 609000"/>
              <a:gd name="connsiteY51" fmla="*/ 59946 h 565441"/>
              <a:gd name="connsiteX52" fmla="*/ 498661 w 609000"/>
              <a:gd name="connsiteY52" fmla="*/ 0 h 565441"/>
              <a:gd name="connsiteX53" fmla="*/ 391896 w 609000"/>
              <a:gd name="connsiteY53" fmla="*/ 0 h 565441"/>
              <a:gd name="connsiteX54" fmla="*/ 436670 w 609000"/>
              <a:gd name="connsiteY54" fmla="*/ 59946 h 565441"/>
              <a:gd name="connsiteX55" fmla="*/ 391896 w 609000"/>
              <a:gd name="connsiteY55" fmla="*/ 119892 h 565441"/>
              <a:gd name="connsiteX56" fmla="*/ 347122 w 609000"/>
              <a:gd name="connsiteY56" fmla="*/ 59946 h 565441"/>
              <a:gd name="connsiteX57" fmla="*/ 391896 w 609000"/>
              <a:gd name="connsiteY57" fmla="*/ 0 h 565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09000" h="565441">
                <a:moveTo>
                  <a:pt x="163687" y="377031"/>
                </a:moveTo>
                <a:cubicBezTo>
                  <a:pt x="197707" y="377031"/>
                  <a:pt x="226056" y="402022"/>
                  <a:pt x="231139" y="434433"/>
                </a:cubicBezTo>
                <a:cubicBezTo>
                  <a:pt x="255383" y="444976"/>
                  <a:pt x="272393" y="469186"/>
                  <a:pt x="272393" y="497106"/>
                </a:cubicBezTo>
                <a:cubicBezTo>
                  <a:pt x="272393" y="534788"/>
                  <a:pt x="241697" y="565441"/>
                  <a:pt x="203963" y="565441"/>
                </a:cubicBezTo>
                <a:cubicBezTo>
                  <a:pt x="188908" y="565441"/>
                  <a:pt x="175027" y="560560"/>
                  <a:pt x="163687" y="552360"/>
                </a:cubicBezTo>
                <a:cubicBezTo>
                  <a:pt x="152347" y="560560"/>
                  <a:pt x="138466" y="565441"/>
                  <a:pt x="123411" y="565441"/>
                </a:cubicBezTo>
                <a:cubicBezTo>
                  <a:pt x="85677" y="565441"/>
                  <a:pt x="54981" y="534788"/>
                  <a:pt x="54981" y="497106"/>
                </a:cubicBezTo>
                <a:cubicBezTo>
                  <a:pt x="54981" y="469186"/>
                  <a:pt x="71991" y="444976"/>
                  <a:pt x="96235" y="434433"/>
                </a:cubicBezTo>
                <a:cubicBezTo>
                  <a:pt x="101318" y="402022"/>
                  <a:pt x="129668" y="377031"/>
                  <a:pt x="163687" y="377031"/>
                </a:cubicBezTo>
                <a:close/>
                <a:moveTo>
                  <a:pt x="300589" y="329566"/>
                </a:moveTo>
                <a:cubicBezTo>
                  <a:pt x="319964" y="333277"/>
                  <a:pt x="331315" y="356323"/>
                  <a:pt x="326227" y="382103"/>
                </a:cubicBezTo>
                <a:cubicBezTo>
                  <a:pt x="321138" y="407688"/>
                  <a:pt x="301959" y="424875"/>
                  <a:pt x="282584" y="420969"/>
                </a:cubicBezTo>
                <a:cubicBezTo>
                  <a:pt x="263209" y="417258"/>
                  <a:pt x="251858" y="394212"/>
                  <a:pt x="256946" y="368432"/>
                </a:cubicBezTo>
                <a:cubicBezTo>
                  <a:pt x="262035" y="342847"/>
                  <a:pt x="281214" y="325660"/>
                  <a:pt x="300589" y="329566"/>
                </a:cubicBezTo>
                <a:close/>
                <a:moveTo>
                  <a:pt x="26828" y="329566"/>
                </a:moveTo>
                <a:cubicBezTo>
                  <a:pt x="46185" y="325660"/>
                  <a:pt x="65347" y="342847"/>
                  <a:pt x="70431" y="368432"/>
                </a:cubicBezTo>
                <a:cubicBezTo>
                  <a:pt x="75515" y="394212"/>
                  <a:pt x="64370" y="417258"/>
                  <a:pt x="44817" y="420969"/>
                </a:cubicBezTo>
                <a:cubicBezTo>
                  <a:pt x="25459" y="424875"/>
                  <a:pt x="6297" y="407688"/>
                  <a:pt x="1213" y="382103"/>
                </a:cubicBezTo>
                <a:cubicBezTo>
                  <a:pt x="-3871" y="356323"/>
                  <a:pt x="7470" y="333277"/>
                  <a:pt x="26828" y="329566"/>
                </a:cubicBezTo>
                <a:close/>
                <a:moveTo>
                  <a:pt x="217069" y="239570"/>
                </a:moveTo>
                <a:cubicBezTo>
                  <a:pt x="241816" y="239570"/>
                  <a:pt x="261878" y="266409"/>
                  <a:pt x="261878" y="299516"/>
                </a:cubicBezTo>
                <a:cubicBezTo>
                  <a:pt x="261878" y="332623"/>
                  <a:pt x="241816" y="359462"/>
                  <a:pt x="217069" y="359462"/>
                </a:cubicBezTo>
                <a:cubicBezTo>
                  <a:pt x="192322" y="359462"/>
                  <a:pt x="172260" y="332623"/>
                  <a:pt x="172260" y="299516"/>
                </a:cubicBezTo>
                <a:cubicBezTo>
                  <a:pt x="172260" y="266409"/>
                  <a:pt x="192322" y="239570"/>
                  <a:pt x="217069" y="239570"/>
                </a:cubicBezTo>
                <a:close/>
                <a:moveTo>
                  <a:pt x="110304" y="239570"/>
                </a:moveTo>
                <a:cubicBezTo>
                  <a:pt x="135051" y="239570"/>
                  <a:pt x="155113" y="266409"/>
                  <a:pt x="155113" y="299516"/>
                </a:cubicBezTo>
                <a:cubicBezTo>
                  <a:pt x="155113" y="332623"/>
                  <a:pt x="135051" y="359462"/>
                  <a:pt x="110304" y="359462"/>
                </a:cubicBezTo>
                <a:cubicBezTo>
                  <a:pt x="85557" y="359462"/>
                  <a:pt x="65495" y="332623"/>
                  <a:pt x="65495" y="299516"/>
                </a:cubicBezTo>
                <a:cubicBezTo>
                  <a:pt x="65495" y="266409"/>
                  <a:pt x="85557" y="239570"/>
                  <a:pt x="110304" y="239570"/>
                </a:cubicBezTo>
                <a:close/>
                <a:moveTo>
                  <a:pt x="445279" y="137603"/>
                </a:moveTo>
                <a:cubicBezTo>
                  <a:pt x="479309" y="137603"/>
                  <a:pt x="507668" y="162408"/>
                  <a:pt x="512753" y="195026"/>
                </a:cubicBezTo>
                <a:cubicBezTo>
                  <a:pt x="537005" y="205573"/>
                  <a:pt x="554020" y="229597"/>
                  <a:pt x="554020" y="257527"/>
                </a:cubicBezTo>
                <a:cubicBezTo>
                  <a:pt x="554020" y="295223"/>
                  <a:pt x="523314" y="326083"/>
                  <a:pt x="485568" y="326083"/>
                </a:cubicBezTo>
                <a:cubicBezTo>
                  <a:pt x="470508" y="326083"/>
                  <a:pt x="456622" y="321005"/>
                  <a:pt x="445279" y="312802"/>
                </a:cubicBezTo>
                <a:cubicBezTo>
                  <a:pt x="433935" y="321005"/>
                  <a:pt x="420049" y="326083"/>
                  <a:pt x="404989" y="326083"/>
                </a:cubicBezTo>
                <a:cubicBezTo>
                  <a:pt x="367243" y="326083"/>
                  <a:pt x="336537" y="295223"/>
                  <a:pt x="336537" y="257527"/>
                </a:cubicBezTo>
                <a:cubicBezTo>
                  <a:pt x="336537" y="229597"/>
                  <a:pt x="353552" y="205573"/>
                  <a:pt x="377804" y="195026"/>
                </a:cubicBezTo>
                <a:cubicBezTo>
                  <a:pt x="382889" y="162408"/>
                  <a:pt x="411248" y="137603"/>
                  <a:pt x="445279" y="137603"/>
                </a:cubicBezTo>
                <a:close/>
                <a:moveTo>
                  <a:pt x="582173" y="89996"/>
                </a:moveTo>
                <a:cubicBezTo>
                  <a:pt x="601530" y="93902"/>
                  <a:pt x="612871" y="116948"/>
                  <a:pt x="607787" y="142533"/>
                </a:cubicBezTo>
                <a:cubicBezTo>
                  <a:pt x="602703" y="168314"/>
                  <a:pt x="583541" y="185305"/>
                  <a:pt x="564184" y="181594"/>
                </a:cubicBezTo>
                <a:cubicBezTo>
                  <a:pt x="544826" y="177688"/>
                  <a:pt x="533485" y="154642"/>
                  <a:pt x="538569" y="129057"/>
                </a:cubicBezTo>
                <a:cubicBezTo>
                  <a:pt x="543653" y="103277"/>
                  <a:pt x="562815" y="86090"/>
                  <a:pt x="582173" y="89996"/>
                </a:cubicBezTo>
                <a:close/>
                <a:moveTo>
                  <a:pt x="308384" y="89996"/>
                </a:moveTo>
                <a:cubicBezTo>
                  <a:pt x="327741" y="86090"/>
                  <a:pt x="346903" y="103277"/>
                  <a:pt x="351987" y="129057"/>
                </a:cubicBezTo>
                <a:cubicBezTo>
                  <a:pt x="357071" y="154642"/>
                  <a:pt x="345926" y="177688"/>
                  <a:pt x="326372" y="181594"/>
                </a:cubicBezTo>
                <a:cubicBezTo>
                  <a:pt x="307015" y="185305"/>
                  <a:pt x="287853" y="168314"/>
                  <a:pt x="282769" y="142533"/>
                </a:cubicBezTo>
                <a:cubicBezTo>
                  <a:pt x="277685" y="116948"/>
                  <a:pt x="289026" y="93902"/>
                  <a:pt x="308384" y="89996"/>
                </a:cubicBezTo>
                <a:close/>
                <a:moveTo>
                  <a:pt x="498661" y="0"/>
                </a:moveTo>
                <a:cubicBezTo>
                  <a:pt x="523389" y="0"/>
                  <a:pt x="543435" y="26839"/>
                  <a:pt x="543435" y="59946"/>
                </a:cubicBezTo>
                <a:cubicBezTo>
                  <a:pt x="543435" y="93053"/>
                  <a:pt x="523389" y="119892"/>
                  <a:pt x="498661" y="119892"/>
                </a:cubicBezTo>
                <a:cubicBezTo>
                  <a:pt x="473933" y="119892"/>
                  <a:pt x="453887" y="93053"/>
                  <a:pt x="453887" y="59946"/>
                </a:cubicBezTo>
                <a:cubicBezTo>
                  <a:pt x="453887" y="26839"/>
                  <a:pt x="473933" y="0"/>
                  <a:pt x="498661" y="0"/>
                </a:cubicBezTo>
                <a:close/>
                <a:moveTo>
                  <a:pt x="391896" y="0"/>
                </a:moveTo>
                <a:cubicBezTo>
                  <a:pt x="416624" y="0"/>
                  <a:pt x="436670" y="26839"/>
                  <a:pt x="436670" y="59946"/>
                </a:cubicBezTo>
                <a:cubicBezTo>
                  <a:pt x="436670" y="93053"/>
                  <a:pt x="416624" y="119892"/>
                  <a:pt x="391896" y="119892"/>
                </a:cubicBezTo>
                <a:cubicBezTo>
                  <a:pt x="367168" y="119892"/>
                  <a:pt x="347122" y="93053"/>
                  <a:pt x="347122" y="59946"/>
                </a:cubicBezTo>
                <a:cubicBezTo>
                  <a:pt x="347122" y="26839"/>
                  <a:pt x="367168" y="0"/>
                  <a:pt x="39189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" name="矩形 16"/>
          <p:cNvSpPr/>
          <p:nvPr/>
        </p:nvSpPr>
        <p:spPr>
          <a:xfrm>
            <a:off x="5656500" y="1794712"/>
            <a:ext cx="3241261" cy="3308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1700" b="1" spc="100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Meng</a:t>
            </a:r>
            <a:r>
              <a:rPr lang="en-US" altLang="zh-CN" sz="1700" b="1" spc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amusement park</a:t>
            </a:r>
            <a:endParaRPr lang="zh-CN" altLang="en-US" sz="1700" b="1" spc="1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656500" y="2282940"/>
            <a:ext cx="2626765" cy="74892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lnSpc>
                <a:spcPts val="5300"/>
              </a:lnSpc>
            </a:pPr>
            <a:r>
              <a:rPr lang="zh-CN" altLang="en-US" sz="4000" b="1" spc="4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感谢观看！</a:t>
            </a:r>
            <a:endParaRPr lang="zh-CN" altLang="en-US" sz="4000" b="1" spc="4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928810" y="4051634"/>
            <a:ext cx="109814" cy="10981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8157410" y="4051634"/>
            <a:ext cx="109814" cy="10981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386009" y="4051634"/>
            <a:ext cx="109814" cy="10981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3540" y="1964151"/>
            <a:ext cx="398145" cy="19982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萌宠乐园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29876" y="4371975"/>
            <a:ext cx="2267903" cy="20701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r"/>
            <a:endParaRPr lang="zh-CN" altLang="en-US" sz="900" spc="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50035" y="1379594"/>
            <a:ext cx="542196" cy="50205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/>
              <a:t>LOG</a:t>
            </a:r>
            <a:r>
              <a:rPr lang="en-US" altLang="zh-CN" sz="1100" dirty="0" smtClean="0"/>
              <a:t>O</a:t>
            </a:r>
            <a:endParaRPr lang="zh-CN" altLang="en-US" sz="1100" dirty="0"/>
          </a:p>
        </p:txBody>
      </p:sp>
      <p:sp>
        <p:nvSpPr>
          <p:cNvPr id="2" name="文本框 1"/>
          <p:cNvSpPr txBox="1"/>
          <p:nvPr/>
        </p:nvSpPr>
        <p:spPr>
          <a:xfrm>
            <a:off x="6630035" y="4483100"/>
            <a:ext cx="25101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禁止商用和</a:t>
            </a:r>
            <a:r>
              <a:rPr lang="zh-CN" altLang="en-US"/>
              <a:t>抄袭</a:t>
            </a:r>
            <a:endParaRPr lang="zh-CN" altLang="en-US"/>
          </a:p>
          <a:p>
            <a:r>
              <a:rPr lang="zh-CN" altLang="en-US"/>
              <a:t>创意策划：</a:t>
            </a:r>
            <a:r>
              <a:rPr lang="zh-CN" altLang="en-US"/>
              <a:t>陈丽君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/>
      <p:bldP spid="18" grpId="0"/>
      <p:bldP spid="20" grpId="0" animBg="1"/>
      <p:bldP spid="21" grpId="0" animBg="1"/>
      <p:bldP spid="22" grpId="0" animBg="1"/>
      <p:bldP spid="24" grpId="0"/>
    </p:bldLst>
  </p:timing>
</p:sld>
</file>

<file path=ppt/tags/tag1.xml><?xml version="1.0" encoding="utf-8"?>
<p:tagLst xmlns:p="http://schemas.openxmlformats.org/presentationml/2006/main">
  <p:tag name="commondata" val="eyJoZGlkIjoiYzZkNzQ4ZWFiZmQ4NTRhOWRkZTk3YTMwMjlmMmZhYmUifQ=="/>
</p:tagLst>
</file>

<file path=ppt/theme/theme1.xml><?xml version="1.0" encoding="utf-8"?>
<a:theme xmlns:a="http://schemas.openxmlformats.org/drawingml/2006/main" name="淘宝搜索：牛油果素材模板，获取更多优秀免费案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3864</Words>
  <Application>WPS 演示</Application>
  <PresentationFormat>全屏显示(16:9)</PresentationFormat>
  <Paragraphs>343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思源黑体</vt:lpstr>
      <vt:lpstr>黑体</vt:lpstr>
      <vt:lpstr>Microsoft Himalaya</vt:lpstr>
      <vt:lpstr>等线</vt:lpstr>
      <vt:lpstr>Arial Unicode MS</vt:lpstr>
      <vt:lpstr>等线 Light</vt:lpstr>
      <vt:lpstr>Calibri</vt:lpstr>
      <vt:lpstr>淘宝搜索：牛油果素材模板，获取更多优秀免费案例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红色小清新萌宠加盟招商计划书PPT模板</dc:title>
  <dc:creator/>
  <cp:keywords>www.jjppt.com</cp:keywords>
  <dc:description>www.jjppt.com</dc:description>
  <cp:lastModifiedBy>Beverly</cp:lastModifiedBy>
  <cp:revision>76</cp:revision>
  <dcterms:created xsi:type="dcterms:W3CDTF">2024-03-09T04:01:00Z</dcterms:created>
  <dcterms:modified xsi:type="dcterms:W3CDTF">2024-05-31T16:15:37Z</dcterms:modified>
  <cp:version>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83B1529B614947818FADF4A352BE2494_12</vt:lpwstr>
  </property>
</Properties>
</file>